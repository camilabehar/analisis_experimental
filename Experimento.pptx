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9" r:id="rId4"/>
  </p:sldMasterIdLst>
  <p:notesMasterIdLst>
    <p:notesMasterId r:id="rId23"/>
  </p:notesMasterIdLst>
  <p:sldIdLst>
    <p:sldId id="256" r:id="rId5"/>
    <p:sldId id="258" r:id="rId6"/>
    <p:sldId id="342" r:id="rId7"/>
    <p:sldId id="257" r:id="rId8"/>
    <p:sldId id="340" r:id="rId9"/>
    <p:sldId id="341" r:id="rId10"/>
    <p:sldId id="344" r:id="rId11"/>
    <p:sldId id="345" r:id="rId12"/>
    <p:sldId id="262" r:id="rId13"/>
    <p:sldId id="263" r:id="rId14"/>
    <p:sldId id="265" r:id="rId15"/>
    <p:sldId id="266" r:id="rId16"/>
    <p:sldId id="269" r:id="rId17"/>
    <p:sldId id="280" r:id="rId18"/>
    <p:sldId id="304" r:id="rId19"/>
    <p:sldId id="346" r:id="rId20"/>
    <p:sldId id="315" r:id="rId21"/>
    <p:sldId id="321" r:id="rId22"/>
  </p:sldIdLst>
  <p:sldSz cx="9144000" cy="5143500" type="screen16x9"/>
  <p:notesSz cx="6858000" cy="9144000"/>
  <p:embeddedFontLst>
    <p:embeddedFont>
      <p:font typeface="Nunito" pitchFamily="2" charset="0"/>
      <p:regular r:id="rId24"/>
      <p:bold r:id="rId25"/>
      <p:italic r:id="rId26"/>
      <p:boldItalic r:id="rId27"/>
    </p:embeddedFont>
    <p:embeddedFont>
      <p:font typeface="Nunito Sans" pitchFamily="2" charset="0"/>
      <p:regular r:id="rId28"/>
      <p:bold r:id="rId29"/>
      <p:italic r:id="rId30"/>
      <p:boldItalic r:id="rId31"/>
    </p:embeddedFont>
    <p:embeddedFont>
      <p:font typeface="Nunito Sans SemiBold" pitchFamily="2" charset="0"/>
      <p:bold r:id="rId32"/>
      <p:boldItalic r:id="rId33"/>
    </p:embeddedFont>
    <p:embeddedFont>
      <p:font typeface="Quicksand SemiBold" panose="020B0604020202020204" charset="0"/>
      <p:regular r:id="rId34"/>
      <p:bold r:id="rId35"/>
    </p:embeddedFont>
    <p:embeddedFont>
      <p:font typeface="Roboto Condensed Light" panose="02000000000000000000" pitchFamily="2" charset="0"/>
      <p:regular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E9F133-32EB-E5FB-F12E-C32615C001F8}" name="Camila Jose Behar Leon" initials="CB" userId="S::83BE95643107@campus.economicas.uba.ar::056f8a5d-af0c-4e1c-b516-ae9cabe1c10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8AFF5B3-CAB8-4CF9-804D-857E6285328E}">
  <a:tblStyle styleId="{F8AFF5B3-CAB8-4CF9-804D-857E6285328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A9F4235-B7D8-426F-8025-8BAA33C6BD0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9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font" Target="fonts/font11.fntdata"/><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479fe8c46d_1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g479fe8c46d_1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6c6532119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6c6532119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6c6532119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6c6532119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5470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6c653211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5" name="Google Shape;745;g6c653211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6c6532119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6c6532119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ad9b2f0bb8_3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2" name="Google Shape;812;gad9b2f0bb8_3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ad9b2f0bb8_3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ad9b2f0bb8_3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6c6532119b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6c6532119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a2f074ea52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a2f074ea52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6d83b2cecc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7" name="Google Shape;1157;g6d83b2cecc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8"/>
        <p:cNvGrpSpPr/>
        <p:nvPr/>
      </p:nvGrpSpPr>
      <p:grpSpPr>
        <a:xfrm>
          <a:off x="0" y="0"/>
          <a:ext cx="0" cy="0"/>
          <a:chOff x="0" y="0"/>
          <a:chExt cx="0" cy="0"/>
        </a:xfrm>
      </p:grpSpPr>
      <p:sp>
        <p:nvSpPr>
          <p:cNvPr id="1749" name="Google Shape;1749;gad9b2f0bb8_4_6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0" name="Google Shape;1750;gad9b2f0bb8_4_6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5"/>
        <p:cNvGrpSpPr/>
        <p:nvPr/>
      </p:nvGrpSpPr>
      <p:grpSpPr>
        <a:xfrm>
          <a:off x="0" y="0"/>
          <a:ext cx="0" cy="0"/>
          <a:chOff x="0" y="0"/>
          <a:chExt cx="0" cy="0"/>
        </a:xfrm>
      </p:grpSpPr>
      <p:sp>
        <p:nvSpPr>
          <p:cNvPr id="2006" name="Google Shape;2006;g6c6532119b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7" name="Google Shape;2007;g6c6532119b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6"/>
        <p:cNvGrpSpPr/>
        <p:nvPr/>
      </p:nvGrpSpPr>
      <p:grpSpPr>
        <a:xfrm>
          <a:off x="0" y="0"/>
          <a:ext cx="0" cy="0"/>
          <a:chOff x="0" y="0"/>
          <a:chExt cx="0" cy="0"/>
        </a:xfrm>
      </p:grpSpPr>
      <p:sp>
        <p:nvSpPr>
          <p:cNvPr id="2467" name="Google Shape;2467;ga369e6695f_2_1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8" name="Google Shape;2468;ga369e6695f_2_1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0100" y="571400"/>
            <a:ext cx="4847700" cy="3133800"/>
          </a:xfrm>
          <a:prstGeom prst="rect">
            <a:avLst/>
          </a:prstGeom>
        </p:spPr>
        <p:txBody>
          <a:bodyPr spcFirstLastPara="1" wrap="square" lIns="91425" tIns="91425" rIns="91425" bIns="91425" anchor="b" anchorCtr="0">
            <a:noAutofit/>
          </a:bodyPr>
          <a:lstStyle>
            <a:lvl1pPr lvl="0" algn="r">
              <a:spcBef>
                <a:spcPts val="0"/>
              </a:spcBef>
              <a:spcAft>
                <a:spcPts val="0"/>
              </a:spcAft>
              <a:buSzPts val="5200"/>
              <a:buNone/>
              <a:defRPr sz="6800" b="1">
                <a:solidFill>
                  <a:schemeClr val="lt1"/>
                </a:solidFill>
                <a:latin typeface="Quicksand"/>
                <a:ea typeface="Quicksand"/>
                <a:cs typeface="Quicksand"/>
                <a:sym typeface="Quicksan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037100" y="3779388"/>
            <a:ext cx="2740500" cy="792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800"/>
              <a:buFont typeface="Nunito"/>
              <a:buNone/>
              <a:defRPr>
                <a:solidFill>
                  <a:schemeClr val="dk1"/>
                </a:solidFill>
                <a:latin typeface="Nunito"/>
                <a:ea typeface="Nunito"/>
                <a:cs typeface="Nunito"/>
                <a:sym typeface="Nunito"/>
              </a:defRPr>
            </a:lvl1pPr>
            <a:lvl2pPr lvl="1" algn="ctr">
              <a:lnSpc>
                <a:spcPct val="100000"/>
              </a:lnSpc>
              <a:spcBef>
                <a:spcPts val="0"/>
              </a:spcBef>
              <a:spcAft>
                <a:spcPts val="0"/>
              </a:spcAft>
              <a:buClr>
                <a:schemeClr val="dk1"/>
              </a:buClr>
              <a:buSzPts val="2800"/>
              <a:buFont typeface="Nunito"/>
              <a:buNone/>
              <a:defRPr sz="2800">
                <a:solidFill>
                  <a:schemeClr val="dk1"/>
                </a:solidFill>
                <a:latin typeface="Nunito"/>
                <a:ea typeface="Nunito"/>
                <a:cs typeface="Nunito"/>
                <a:sym typeface="Nunito"/>
              </a:defRPr>
            </a:lvl2pPr>
            <a:lvl3pPr lvl="2" algn="ctr">
              <a:lnSpc>
                <a:spcPct val="100000"/>
              </a:lnSpc>
              <a:spcBef>
                <a:spcPts val="0"/>
              </a:spcBef>
              <a:spcAft>
                <a:spcPts val="0"/>
              </a:spcAft>
              <a:buClr>
                <a:schemeClr val="dk1"/>
              </a:buClr>
              <a:buSzPts val="2800"/>
              <a:buFont typeface="Nunito"/>
              <a:buNone/>
              <a:defRPr sz="2800">
                <a:solidFill>
                  <a:schemeClr val="dk1"/>
                </a:solidFill>
                <a:latin typeface="Nunito"/>
                <a:ea typeface="Nunito"/>
                <a:cs typeface="Nunito"/>
                <a:sym typeface="Nunito"/>
              </a:defRPr>
            </a:lvl3pPr>
            <a:lvl4pPr lvl="3" algn="ctr">
              <a:lnSpc>
                <a:spcPct val="100000"/>
              </a:lnSpc>
              <a:spcBef>
                <a:spcPts val="0"/>
              </a:spcBef>
              <a:spcAft>
                <a:spcPts val="0"/>
              </a:spcAft>
              <a:buClr>
                <a:schemeClr val="dk1"/>
              </a:buClr>
              <a:buSzPts val="2800"/>
              <a:buFont typeface="Nunito"/>
              <a:buNone/>
              <a:defRPr sz="2800">
                <a:solidFill>
                  <a:schemeClr val="dk1"/>
                </a:solidFill>
                <a:latin typeface="Nunito"/>
                <a:ea typeface="Nunito"/>
                <a:cs typeface="Nunito"/>
                <a:sym typeface="Nunito"/>
              </a:defRPr>
            </a:lvl4pPr>
            <a:lvl5pPr lvl="4" algn="ctr">
              <a:lnSpc>
                <a:spcPct val="100000"/>
              </a:lnSpc>
              <a:spcBef>
                <a:spcPts val="0"/>
              </a:spcBef>
              <a:spcAft>
                <a:spcPts val="0"/>
              </a:spcAft>
              <a:buClr>
                <a:schemeClr val="dk1"/>
              </a:buClr>
              <a:buSzPts val="2800"/>
              <a:buFont typeface="Nunito"/>
              <a:buNone/>
              <a:defRPr sz="2800">
                <a:solidFill>
                  <a:schemeClr val="dk1"/>
                </a:solidFill>
                <a:latin typeface="Nunito"/>
                <a:ea typeface="Nunito"/>
                <a:cs typeface="Nunito"/>
                <a:sym typeface="Nunito"/>
              </a:defRPr>
            </a:lvl5pPr>
            <a:lvl6pPr lvl="5" algn="ctr">
              <a:lnSpc>
                <a:spcPct val="100000"/>
              </a:lnSpc>
              <a:spcBef>
                <a:spcPts val="0"/>
              </a:spcBef>
              <a:spcAft>
                <a:spcPts val="0"/>
              </a:spcAft>
              <a:buClr>
                <a:schemeClr val="dk1"/>
              </a:buClr>
              <a:buSzPts val="2800"/>
              <a:buFont typeface="Nunito"/>
              <a:buNone/>
              <a:defRPr sz="2800">
                <a:solidFill>
                  <a:schemeClr val="dk1"/>
                </a:solidFill>
                <a:latin typeface="Nunito"/>
                <a:ea typeface="Nunito"/>
                <a:cs typeface="Nunito"/>
                <a:sym typeface="Nunito"/>
              </a:defRPr>
            </a:lvl6pPr>
            <a:lvl7pPr lvl="6" algn="ctr">
              <a:lnSpc>
                <a:spcPct val="100000"/>
              </a:lnSpc>
              <a:spcBef>
                <a:spcPts val="0"/>
              </a:spcBef>
              <a:spcAft>
                <a:spcPts val="0"/>
              </a:spcAft>
              <a:buClr>
                <a:schemeClr val="dk1"/>
              </a:buClr>
              <a:buSzPts val="2800"/>
              <a:buFont typeface="Nunito"/>
              <a:buNone/>
              <a:defRPr sz="2800">
                <a:solidFill>
                  <a:schemeClr val="dk1"/>
                </a:solidFill>
                <a:latin typeface="Nunito"/>
                <a:ea typeface="Nunito"/>
                <a:cs typeface="Nunito"/>
                <a:sym typeface="Nunito"/>
              </a:defRPr>
            </a:lvl7pPr>
            <a:lvl8pPr lvl="7" algn="ctr">
              <a:lnSpc>
                <a:spcPct val="100000"/>
              </a:lnSpc>
              <a:spcBef>
                <a:spcPts val="0"/>
              </a:spcBef>
              <a:spcAft>
                <a:spcPts val="0"/>
              </a:spcAft>
              <a:buClr>
                <a:schemeClr val="dk1"/>
              </a:buClr>
              <a:buSzPts val="2800"/>
              <a:buFont typeface="Nunito"/>
              <a:buNone/>
              <a:defRPr sz="2800">
                <a:solidFill>
                  <a:schemeClr val="dk1"/>
                </a:solidFill>
                <a:latin typeface="Nunito"/>
                <a:ea typeface="Nunito"/>
                <a:cs typeface="Nunito"/>
                <a:sym typeface="Nunito"/>
              </a:defRPr>
            </a:lvl8pPr>
            <a:lvl9pPr lvl="8" algn="ctr">
              <a:lnSpc>
                <a:spcPct val="100000"/>
              </a:lnSpc>
              <a:spcBef>
                <a:spcPts val="0"/>
              </a:spcBef>
              <a:spcAft>
                <a:spcPts val="0"/>
              </a:spcAft>
              <a:buClr>
                <a:schemeClr val="dk1"/>
              </a:buClr>
              <a:buSzPts val="2800"/>
              <a:buFont typeface="Nunito"/>
              <a:buNone/>
              <a:defRPr sz="2800">
                <a:solidFill>
                  <a:schemeClr val="dk1"/>
                </a:solidFill>
                <a:latin typeface="Nunito"/>
                <a:ea typeface="Nunito"/>
                <a:cs typeface="Nunito"/>
                <a:sym typeface="Nunito"/>
              </a:defRPr>
            </a:lvl9pPr>
          </a:lstStyle>
          <a:p>
            <a:endParaRPr/>
          </a:p>
        </p:txBody>
      </p:sp>
      <p:sp>
        <p:nvSpPr>
          <p:cNvPr id="11" name="Google Shape;11;p2"/>
          <p:cNvSpPr/>
          <p:nvPr/>
        </p:nvSpPr>
        <p:spPr>
          <a:xfrm>
            <a:off x="6315888" y="-50"/>
            <a:ext cx="28281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709288" y="232575"/>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3"/>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506031">
            <a:off x="4821041" y="344675"/>
            <a:ext cx="314755" cy="274917"/>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5717300" y="3295650"/>
            <a:ext cx="314700" cy="129600"/>
          </a:xfrm>
          <a:custGeom>
            <a:avLst/>
            <a:gdLst/>
            <a:ahLst/>
            <a:cxnLst/>
            <a:rect l="l" t="t" r="r" b="b"/>
            <a:pathLst>
              <a:path w="12588" h="5184" fill="none" extrusionOk="0">
                <a:moveTo>
                  <a:pt x="12588" y="0"/>
                </a:moveTo>
                <a:lnTo>
                  <a:pt x="0" y="5183"/>
                </a:lnTo>
              </a:path>
            </a:pathLst>
          </a:custGeom>
          <a:no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7641468">
            <a:off x="7296411" y="509140"/>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18850" y="754500"/>
            <a:ext cx="905050" cy="101975"/>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lt1"/>
            </a:solidFill>
            <a:prstDash val="solid"/>
            <a:round/>
            <a:headEnd type="none" w="med" len="med"/>
            <a:tailEnd type="none" w="med" len="med"/>
          </a:ln>
        </p:spPr>
        <p:txBody>
          <a:bodyPr/>
          <a:lstStyle/>
          <a:p>
            <a:endParaRPr lang="es-AR"/>
          </a:p>
        </p:txBody>
      </p:sp>
      <p:sp>
        <p:nvSpPr>
          <p:cNvPr id="17" name="Google Shape;17;p2"/>
          <p:cNvSpPr/>
          <p:nvPr/>
        </p:nvSpPr>
        <p:spPr>
          <a:xfrm>
            <a:off x="280925" y="571388"/>
            <a:ext cx="905050" cy="101975"/>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lt1"/>
            </a:solidFill>
            <a:prstDash val="solid"/>
            <a:round/>
            <a:headEnd type="none" w="med" len="med"/>
            <a:tailEnd type="none" w="med" len="med"/>
          </a:ln>
        </p:spPr>
        <p:txBody>
          <a:bodyPr/>
          <a:lstStyle/>
          <a:p>
            <a:endParaRPr lang="es-AR"/>
          </a:p>
        </p:txBody>
      </p:sp>
      <p:sp>
        <p:nvSpPr>
          <p:cNvPr id="18" name="Google Shape;18;p2"/>
          <p:cNvSpPr/>
          <p:nvPr/>
        </p:nvSpPr>
        <p:spPr>
          <a:xfrm>
            <a:off x="8563913" y="404951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19" name="Google Shape;19;p2"/>
          <p:cNvSpPr/>
          <p:nvPr/>
        </p:nvSpPr>
        <p:spPr>
          <a:xfrm>
            <a:off x="8150050" y="432483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20" name="Google Shape;20;p2"/>
          <p:cNvSpPr/>
          <p:nvPr/>
        </p:nvSpPr>
        <p:spPr>
          <a:xfrm>
            <a:off x="746588" y="4101025"/>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lt1"/>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595700" y="4862138"/>
            <a:ext cx="905050" cy="101975"/>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lt1"/>
            </a:solidFill>
            <a:prstDash val="solid"/>
            <a:round/>
            <a:headEnd type="none" w="med" len="med"/>
            <a:tailEnd type="none" w="med" len="med"/>
          </a:ln>
        </p:spPr>
        <p:txBody>
          <a:bodyPr/>
          <a:lstStyle/>
          <a:p>
            <a:endParaRPr lang="es-AR"/>
          </a:p>
        </p:txBody>
      </p:sp>
      <p:sp>
        <p:nvSpPr>
          <p:cNvPr id="22" name="Google Shape;22;p2"/>
          <p:cNvSpPr/>
          <p:nvPr/>
        </p:nvSpPr>
        <p:spPr>
          <a:xfrm rot="-2700000">
            <a:off x="6589690" y="4577104"/>
            <a:ext cx="259354" cy="22652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3"/>
        <p:cNvGrpSpPr/>
        <p:nvPr/>
      </p:nvGrpSpPr>
      <p:grpSpPr>
        <a:xfrm>
          <a:off x="0" y="0"/>
          <a:ext cx="0" cy="0"/>
          <a:chOff x="0" y="0"/>
          <a:chExt cx="0" cy="0"/>
        </a:xfrm>
      </p:grpSpPr>
      <p:sp>
        <p:nvSpPr>
          <p:cNvPr id="44" name="Google Shape;44;p4"/>
          <p:cNvSpPr/>
          <p:nvPr/>
        </p:nvSpPr>
        <p:spPr>
          <a:xfrm>
            <a:off x="1338363" y="164430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45" name="Google Shape;45;p4"/>
          <p:cNvSpPr/>
          <p:nvPr/>
        </p:nvSpPr>
        <p:spPr>
          <a:xfrm>
            <a:off x="924500" y="191962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46" name="Google Shape;46;p4"/>
          <p:cNvSpPr/>
          <p:nvPr/>
        </p:nvSpPr>
        <p:spPr>
          <a:xfrm>
            <a:off x="-268650" y="1277400"/>
            <a:ext cx="9681300" cy="968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rot="2700000">
            <a:off x="8300451" y="372999"/>
            <a:ext cx="314697" cy="129599"/>
          </a:xfrm>
          <a:custGeom>
            <a:avLst/>
            <a:gdLst/>
            <a:ahLst/>
            <a:cxnLst/>
            <a:rect l="l" t="t" r="r" b="b"/>
            <a:pathLst>
              <a:path w="12588" h="5184" fill="none" extrusionOk="0">
                <a:moveTo>
                  <a:pt x="12588" y="0"/>
                </a:moveTo>
                <a:lnTo>
                  <a:pt x="0" y="5183"/>
                </a:lnTo>
              </a:path>
            </a:pathLst>
          </a:cu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270575" y="2292513"/>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8654713" y="191022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50" name="Google Shape;50;p4"/>
          <p:cNvSpPr/>
          <p:nvPr/>
        </p:nvSpPr>
        <p:spPr>
          <a:xfrm>
            <a:off x="8240850" y="218554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51" name="Google Shape;51;p4"/>
          <p:cNvSpPr/>
          <p:nvPr/>
        </p:nvSpPr>
        <p:spPr>
          <a:xfrm rot="7641468">
            <a:off x="725236" y="1453215"/>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7182363" y="-9400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53" name="Google Shape;53;p4"/>
          <p:cNvSpPr/>
          <p:nvPr/>
        </p:nvSpPr>
        <p:spPr>
          <a:xfrm>
            <a:off x="6768500" y="18132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54" name="Google Shape;54;p4"/>
          <p:cNvSpPr/>
          <p:nvPr/>
        </p:nvSpPr>
        <p:spPr>
          <a:xfrm>
            <a:off x="8101400" y="1644288"/>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268662" y="59487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56" name="Google Shape;56;p4"/>
          <p:cNvSpPr/>
          <p:nvPr/>
        </p:nvSpPr>
        <p:spPr>
          <a:xfrm rot="5400000">
            <a:off x="498204" y="-77583"/>
            <a:ext cx="259366" cy="22653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rot="2700000">
            <a:off x="-134774" y="184087"/>
            <a:ext cx="314697" cy="129599"/>
          </a:xfrm>
          <a:custGeom>
            <a:avLst/>
            <a:gdLst/>
            <a:ahLst/>
            <a:cxnLst/>
            <a:rect l="l" t="t" r="r" b="b"/>
            <a:pathLst>
              <a:path w="12588" h="5184" fill="none" extrusionOk="0">
                <a:moveTo>
                  <a:pt x="12588" y="0"/>
                </a:moveTo>
                <a:lnTo>
                  <a:pt x="0" y="5183"/>
                </a:lnTo>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txBox="1">
            <a:spLocks noGrp="1"/>
          </p:cNvSpPr>
          <p:nvPr>
            <p:ph type="body" idx="1"/>
          </p:nvPr>
        </p:nvSpPr>
        <p:spPr>
          <a:xfrm>
            <a:off x="1837650" y="2212550"/>
            <a:ext cx="5468700" cy="1113600"/>
          </a:xfrm>
          <a:prstGeom prst="rect">
            <a:avLst/>
          </a:prstGeom>
        </p:spPr>
        <p:txBody>
          <a:bodyPr spcFirstLastPara="1" wrap="square" lIns="91425" tIns="91425" rIns="91425" bIns="91425" anchor="t" anchorCtr="0">
            <a:noAutofit/>
          </a:bodyPr>
          <a:lstStyle>
            <a:lvl1pPr marL="457200" lvl="0" indent="-342900" algn="ctr" rtl="0">
              <a:lnSpc>
                <a:spcPct val="100000"/>
              </a:lnSpc>
              <a:spcBef>
                <a:spcPts val="0"/>
              </a:spcBef>
              <a:spcAft>
                <a:spcPts val="0"/>
              </a:spcAft>
              <a:buClr>
                <a:schemeClr val="dk1"/>
              </a:buClr>
              <a:buSzPts val="1800"/>
              <a:buChar char="●"/>
              <a:defRPr sz="2000">
                <a:solidFill>
                  <a:schemeClr val="dk1"/>
                </a:solidFill>
              </a:defRPr>
            </a:lvl1pPr>
            <a:lvl2pPr marL="914400" lvl="1" indent="-317500" rtl="0">
              <a:spcBef>
                <a:spcPts val="0"/>
              </a:spcBef>
              <a:spcAft>
                <a:spcPts val="0"/>
              </a:spcAft>
              <a:buClr>
                <a:schemeClr val="dk1"/>
              </a:buClr>
              <a:buSzPts val="1400"/>
              <a:buChar char="○"/>
              <a:defRPr>
                <a:solidFill>
                  <a:schemeClr val="dk1"/>
                </a:solidFill>
              </a:defRPr>
            </a:lvl2pPr>
            <a:lvl3pPr marL="1371600" lvl="2" indent="-317500" rtl="0">
              <a:spcBef>
                <a:spcPts val="1600"/>
              </a:spcBef>
              <a:spcAft>
                <a:spcPts val="0"/>
              </a:spcAft>
              <a:buClr>
                <a:schemeClr val="dk1"/>
              </a:buClr>
              <a:buSzPts val="1400"/>
              <a:buChar char="■"/>
              <a:defRPr>
                <a:solidFill>
                  <a:schemeClr val="dk1"/>
                </a:solidFill>
              </a:defRPr>
            </a:lvl3pPr>
            <a:lvl4pPr marL="1828800" lvl="3" indent="-317500" rtl="0">
              <a:spcBef>
                <a:spcPts val="1600"/>
              </a:spcBef>
              <a:spcAft>
                <a:spcPts val="0"/>
              </a:spcAft>
              <a:buClr>
                <a:schemeClr val="dk1"/>
              </a:buClr>
              <a:buSzPts val="1400"/>
              <a:buChar char="●"/>
              <a:defRPr>
                <a:solidFill>
                  <a:schemeClr val="dk1"/>
                </a:solidFill>
              </a:defRPr>
            </a:lvl4pPr>
            <a:lvl5pPr marL="2286000" lvl="4" indent="-317500" rtl="0">
              <a:spcBef>
                <a:spcPts val="1600"/>
              </a:spcBef>
              <a:spcAft>
                <a:spcPts val="0"/>
              </a:spcAft>
              <a:buClr>
                <a:schemeClr val="dk1"/>
              </a:buClr>
              <a:buSzPts val="1400"/>
              <a:buChar char="○"/>
              <a:defRPr>
                <a:solidFill>
                  <a:schemeClr val="dk1"/>
                </a:solidFill>
              </a:defRPr>
            </a:lvl5pPr>
            <a:lvl6pPr marL="2743200" lvl="5" indent="-317500" rtl="0">
              <a:spcBef>
                <a:spcPts val="1600"/>
              </a:spcBef>
              <a:spcAft>
                <a:spcPts val="0"/>
              </a:spcAft>
              <a:buClr>
                <a:schemeClr val="dk1"/>
              </a:buClr>
              <a:buSzPts val="1400"/>
              <a:buChar char="■"/>
              <a:defRPr>
                <a:solidFill>
                  <a:schemeClr val="dk1"/>
                </a:solidFill>
              </a:defRPr>
            </a:lvl6pPr>
            <a:lvl7pPr marL="3200400" lvl="6" indent="-317500" rtl="0">
              <a:spcBef>
                <a:spcPts val="1600"/>
              </a:spcBef>
              <a:spcAft>
                <a:spcPts val="0"/>
              </a:spcAft>
              <a:buClr>
                <a:schemeClr val="dk1"/>
              </a:buClr>
              <a:buSzPts val="1400"/>
              <a:buChar char="●"/>
              <a:defRPr>
                <a:solidFill>
                  <a:schemeClr val="dk1"/>
                </a:solidFill>
              </a:defRPr>
            </a:lvl7pPr>
            <a:lvl8pPr marL="3657600" lvl="7" indent="-317500" rtl="0">
              <a:spcBef>
                <a:spcPts val="1600"/>
              </a:spcBef>
              <a:spcAft>
                <a:spcPts val="0"/>
              </a:spcAft>
              <a:buClr>
                <a:schemeClr val="dk1"/>
              </a:buClr>
              <a:buSzPts val="1400"/>
              <a:buChar char="○"/>
              <a:defRPr>
                <a:solidFill>
                  <a:schemeClr val="dk1"/>
                </a:solidFill>
              </a:defRPr>
            </a:lvl8pPr>
            <a:lvl9pPr marL="4114800" lvl="8" indent="-317500" rtl="0">
              <a:spcBef>
                <a:spcPts val="1600"/>
              </a:spcBef>
              <a:spcAft>
                <a:spcPts val="1600"/>
              </a:spcAft>
              <a:buClr>
                <a:schemeClr val="dk1"/>
              </a:buClr>
              <a:buSzPts val="1400"/>
              <a:buChar char="■"/>
              <a:defRPr>
                <a:solidFill>
                  <a:schemeClr val="dk1"/>
                </a:solidFill>
              </a:defRPr>
            </a:lvl9pPr>
          </a:lstStyle>
          <a:p>
            <a:endParaRPr/>
          </a:p>
        </p:txBody>
      </p:sp>
      <p:sp>
        <p:nvSpPr>
          <p:cNvPr id="59" name="Google Shape;59;p4"/>
          <p:cNvSpPr txBox="1">
            <a:spLocks noGrp="1"/>
          </p:cNvSpPr>
          <p:nvPr>
            <p:ph type="ctrTitle"/>
          </p:nvPr>
        </p:nvSpPr>
        <p:spPr>
          <a:xfrm>
            <a:off x="1187550" y="280714"/>
            <a:ext cx="67689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2800"/>
              <a:buNone/>
              <a:defRPr sz="3600" b="1">
                <a:solidFill>
                  <a:schemeClr val="accent1"/>
                </a:solidFill>
              </a:defRPr>
            </a:lvl1pPr>
            <a:lvl2pPr lvl="1" algn="r" rtl="0">
              <a:spcBef>
                <a:spcPts val="0"/>
              </a:spcBef>
              <a:spcAft>
                <a:spcPts val="0"/>
              </a:spcAft>
              <a:buClr>
                <a:srgbClr val="000000"/>
              </a:buClr>
              <a:buSzPts val="1800"/>
              <a:buNone/>
              <a:defRPr sz="1800">
                <a:solidFill>
                  <a:srgbClr val="000000"/>
                </a:solidFill>
              </a:defRPr>
            </a:lvl2pPr>
            <a:lvl3pPr lvl="2" algn="r" rtl="0">
              <a:spcBef>
                <a:spcPts val="0"/>
              </a:spcBef>
              <a:spcAft>
                <a:spcPts val="0"/>
              </a:spcAft>
              <a:buClr>
                <a:srgbClr val="000000"/>
              </a:buClr>
              <a:buSzPts val="1800"/>
              <a:buNone/>
              <a:defRPr sz="1800">
                <a:solidFill>
                  <a:srgbClr val="000000"/>
                </a:solidFill>
              </a:defRPr>
            </a:lvl3pPr>
            <a:lvl4pPr lvl="3" algn="r" rtl="0">
              <a:spcBef>
                <a:spcPts val="0"/>
              </a:spcBef>
              <a:spcAft>
                <a:spcPts val="0"/>
              </a:spcAft>
              <a:buClr>
                <a:srgbClr val="000000"/>
              </a:buClr>
              <a:buSzPts val="1800"/>
              <a:buNone/>
              <a:defRPr sz="1800">
                <a:solidFill>
                  <a:srgbClr val="000000"/>
                </a:solidFill>
              </a:defRPr>
            </a:lvl4pPr>
            <a:lvl5pPr lvl="4" algn="r" rtl="0">
              <a:spcBef>
                <a:spcPts val="0"/>
              </a:spcBef>
              <a:spcAft>
                <a:spcPts val="0"/>
              </a:spcAft>
              <a:buClr>
                <a:srgbClr val="000000"/>
              </a:buClr>
              <a:buSzPts val="1800"/>
              <a:buNone/>
              <a:defRPr sz="1800">
                <a:solidFill>
                  <a:srgbClr val="000000"/>
                </a:solidFill>
              </a:defRPr>
            </a:lvl5pPr>
            <a:lvl6pPr lvl="5" algn="r" rtl="0">
              <a:spcBef>
                <a:spcPts val="0"/>
              </a:spcBef>
              <a:spcAft>
                <a:spcPts val="0"/>
              </a:spcAft>
              <a:buClr>
                <a:srgbClr val="000000"/>
              </a:buClr>
              <a:buSzPts val="1800"/>
              <a:buNone/>
              <a:defRPr sz="1800">
                <a:solidFill>
                  <a:srgbClr val="000000"/>
                </a:solidFill>
              </a:defRPr>
            </a:lvl6pPr>
            <a:lvl7pPr lvl="6" algn="r" rtl="0">
              <a:spcBef>
                <a:spcPts val="0"/>
              </a:spcBef>
              <a:spcAft>
                <a:spcPts val="0"/>
              </a:spcAft>
              <a:buClr>
                <a:srgbClr val="000000"/>
              </a:buClr>
              <a:buSzPts val="1800"/>
              <a:buNone/>
              <a:defRPr sz="1800">
                <a:solidFill>
                  <a:srgbClr val="000000"/>
                </a:solidFill>
              </a:defRPr>
            </a:lvl7pPr>
            <a:lvl8pPr lvl="7" algn="r" rtl="0">
              <a:spcBef>
                <a:spcPts val="0"/>
              </a:spcBef>
              <a:spcAft>
                <a:spcPts val="0"/>
              </a:spcAft>
              <a:buClr>
                <a:srgbClr val="000000"/>
              </a:buClr>
              <a:buSzPts val="1800"/>
              <a:buNone/>
              <a:defRPr sz="1800">
                <a:solidFill>
                  <a:srgbClr val="000000"/>
                </a:solidFill>
              </a:defRPr>
            </a:lvl8pPr>
            <a:lvl9pPr lvl="8" algn="r" rtl="0">
              <a:spcBef>
                <a:spcPts val="0"/>
              </a:spcBef>
              <a:spcAft>
                <a:spcPts val="0"/>
              </a:spcAft>
              <a:buClr>
                <a:srgbClr val="000000"/>
              </a:buClr>
              <a:buSzPts val="1800"/>
              <a:buNone/>
              <a:defRPr sz="1800">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0"/>
        <p:cNvGrpSpPr/>
        <p:nvPr/>
      </p:nvGrpSpPr>
      <p:grpSpPr>
        <a:xfrm>
          <a:off x="0" y="0"/>
          <a:ext cx="0" cy="0"/>
          <a:chOff x="0" y="0"/>
          <a:chExt cx="0" cy="0"/>
        </a:xfrm>
      </p:grpSpPr>
      <p:sp>
        <p:nvSpPr>
          <p:cNvPr id="61" name="Google Shape;61;p5"/>
          <p:cNvSpPr txBox="1">
            <a:spLocks noGrp="1"/>
          </p:cNvSpPr>
          <p:nvPr>
            <p:ph type="ctrTitle"/>
          </p:nvPr>
        </p:nvSpPr>
        <p:spPr>
          <a:xfrm flipH="1">
            <a:off x="3349506" y="2207975"/>
            <a:ext cx="16446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solidFill>
                  <a:schemeClr val="accent2"/>
                </a:solidFill>
              </a:defRPr>
            </a:lvl1pPr>
            <a:lvl2pPr lvl="1" algn="ctr" rtl="0">
              <a:spcBef>
                <a:spcPts val="0"/>
              </a:spcBef>
              <a:spcAft>
                <a:spcPts val="0"/>
              </a:spcAft>
              <a:buClr>
                <a:srgbClr val="434343"/>
              </a:buClr>
              <a:buSzPts val="1800"/>
              <a:buNone/>
              <a:defRPr sz="1800">
                <a:solidFill>
                  <a:srgbClr val="434343"/>
                </a:solidFill>
              </a:defRPr>
            </a:lvl2pPr>
            <a:lvl3pPr lvl="2" algn="ctr" rtl="0">
              <a:spcBef>
                <a:spcPts val="0"/>
              </a:spcBef>
              <a:spcAft>
                <a:spcPts val="0"/>
              </a:spcAft>
              <a:buClr>
                <a:srgbClr val="434343"/>
              </a:buClr>
              <a:buSzPts val="1800"/>
              <a:buNone/>
              <a:defRPr sz="1800">
                <a:solidFill>
                  <a:srgbClr val="434343"/>
                </a:solidFill>
              </a:defRPr>
            </a:lvl3pPr>
            <a:lvl4pPr lvl="3" algn="ctr" rtl="0">
              <a:spcBef>
                <a:spcPts val="0"/>
              </a:spcBef>
              <a:spcAft>
                <a:spcPts val="0"/>
              </a:spcAft>
              <a:buClr>
                <a:srgbClr val="434343"/>
              </a:buClr>
              <a:buSzPts val="1800"/>
              <a:buNone/>
              <a:defRPr sz="1800">
                <a:solidFill>
                  <a:srgbClr val="434343"/>
                </a:solidFill>
              </a:defRPr>
            </a:lvl4pPr>
            <a:lvl5pPr lvl="4" algn="ctr" rtl="0">
              <a:spcBef>
                <a:spcPts val="0"/>
              </a:spcBef>
              <a:spcAft>
                <a:spcPts val="0"/>
              </a:spcAft>
              <a:buClr>
                <a:srgbClr val="434343"/>
              </a:buClr>
              <a:buSzPts val="1800"/>
              <a:buNone/>
              <a:defRPr sz="1800">
                <a:solidFill>
                  <a:srgbClr val="434343"/>
                </a:solidFill>
              </a:defRPr>
            </a:lvl5pPr>
            <a:lvl6pPr lvl="5" algn="ctr" rtl="0">
              <a:spcBef>
                <a:spcPts val="0"/>
              </a:spcBef>
              <a:spcAft>
                <a:spcPts val="0"/>
              </a:spcAft>
              <a:buClr>
                <a:srgbClr val="434343"/>
              </a:buClr>
              <a:buSzPts val="1800"/>
              <a:buNone/>
              <a:defRPr sz="1800">
                <a:solidFill>
                  <a:srgbClr val="434343"/>
                </a:solidFill>
              </a:defRPr>
            </a:lvl6pPr>
            <a:lvl7pPr lvl="6" algn="ctr" rtl="0">
              <a:spcBef>
                <a:spcPts val="0"/>
              </a:spcBef>
              <a:spcAft>
                <a:spcPts val="0"/>
              </a:spcAft>
              <a:buClr>
                <a:srgbClr val="434343"/>
              </a:buClr>
              <a:buSzPts val="1800"/>
              <a:buNone/>
              <a:defRPr sz="1800">
                <a:solidFill>
                  <a:srgbClr val="434343"/>
                </a:solidFill>
              </a:defRPr>
            </a:lvl7pPr>
            <a:lvl8pPr lvl="7" algn="ctr" rtl="0">
              <a:spcBef>
                <a:spcPts val="0"/>
              </a:spcBef>
              <a:spcAft>
                <a:spcPts val="0"/>
              </a:spcAft>
              <a:buClr>
                <a:srgbClr val="434343"/>
              </a:buClr>
              <a:buSzPts val="1800"/>
              <a:buNone/>
              <a:defRPr sz="1800">
                <a:solidFill>
                  <a:srgbClr val="434343"/>
                </a:solidFill>
              </a:defRPr>
            </a:lvl8pPr>
            <a:lvl9pPr lvl="8" algn="ctr" rtl="0">
              <a:spcBef>
                <a:spcPts val="0"/>
              </a:spcBef>
              <a:spcAft>
                <a:spcPts val="0"/>
              </a:spcAft>
              <a:buClr>
                <a:srgbClr val="434343"/>
              </a:buClr>
              <a:buSzPts val="1800"/>
              <a:buNone/>
              <a:defRPr sz="1800">
                <a:solidFill>
                  <a:srgbClr val="434343"/>
                </a:solidFill>
              </a:defRPr>
            </a:lvl9pPr>
          </a:lstStyle>
          <a:p>
            <a:endParaRPr/>
          </a:p>
        </p:txBody>
      </p:sp>
      <p:sp>
        <p:nvSpPr>
          <p:cNvPr id="62" name="Google Shape;62;p5"/>
          <p:cNvSpPr txBox="1">
            <a:spLocks noGrp="1"/>
          </p:cNvSpPr>
          <p:nvPr>
            <p:ph type="subTitle" idx="1"/>
          </p:nvPr>
        </p:nvSpPr>
        <p:spPr>
          <a:xfrm flipH="1">
            <a:off x="3349500" y="1180475"/>
            <a:ext cx="2370900" cy="116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1800"/>
              <a:buNone/>
              <a:defRPr sz="1600">
                <a:solidFill>
                  <a:schemeClr val="dk1"/>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63" name="Google Shape;63;p5"/>
          <p:cNvSpPr txBox="1">
            <a:spLocks noGrp="1"/>
          </p:cNvSpPr>
          <p:nvPr>
            <p:ph type="ctrTitle" idx="2"/>
          </p:nvPr>
        </p:nvSpPr>
        <p:spPr>
          <a:xfrm flipH="1">
            <a:off x="3965694" y="2895500"/>
            <a:ext cx="18288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None/>
              <a:defRPr sz="2400">
                <a:solidFill>
                  <a:schemeClr val="accent3"/>
                </a:solidFill>
              </a:defRPr>
            </a:lvl1pPr>
            <a:lvl2pPr lvl="1" algn="ctr" rtl="0">
              <a:spcBef>
                <a:spcPts val="0"/>
              </a:spcBef>
              <a:spcAft>
                <a:spcPts val="0"/>
              </a:spcAft>
              <a:buClr>
                <a:srgbClr val="434343"/>
              </a:buClr>
              <a:buSzPts val="1800"/>
              <a:buNone/>
              <a:defRPr sz="1800">
                <a:solidFill>
                  <a:srgbClr val="434343"/>
                </a:solidFill>
              </a:defRPr>
            </a:lvl2pPr>
            <a:lvl3pPr lvl="2" algn="ctr" rtl="0">
              <a:spcBef>
                <a:spcPts val="0"/>
              </a:spcBef>
              <a:spcAft>
                <a:spcPts val="0"/>
              </a:spcAft>
              <a:buClr>
                <a:srgbClr val="434343"/>
              </a:buClr>
              <a:buSzPts val="1800"/>
              <a:buNone/>
              <a:defRPr sz="1800">
                <a:solidFill>
                  <a:srgbClr val="434343"/>
                </a:solidFill>
              </a:defRPr>
            </a:lvl3pPr>
            <a:lvl4pPr lvl="3" algn="ctr" rtl="0">
              <a:spcBef>
                <a:spcPts val="0"/>
              </a:spcBef>
              <a:spcAft>
                <a:spcPts val="0"/>
              </a:spcAft>
              <a:buClr>
                <a:srgbClr val="434343"/>
              </a:buClr>
              <a:buSzPts val="1800"/>
              <a:buNone/>
              <a:defRPr sz="1800">
                <a:solidFill>
                  <a:srgbClr val="434343"/>
                </a:solidFill>
              </a:defRPr>
            </a:lvl4pPr>
            <a:lvl5pPr lvl="4" algn="ctr" rtl="0">
              <a:spcBef>
                <a:spcPts val="0"/>
              </a:spcBef>
              <a:spcAft>
                <a:spcPts val="0"/>
              </a:spcAft>
              <a:buClr>
                <a:srgbClr val="434343"/>
              </a:buClr>
              <a:buSzPts val="1800"/>
              <a:buNone/>
              <a:defRPr sz="1800">
                <a:solidFill>
                  <a:srgbClr val="434343"/>
                </a:solidFill>
              </a:defRPr>
            </a:lvl5pPr>
            <a:lvl6pPr lvl="5" algn="ctr" rtl="0">
              <a:spcBef>
                <a:spcPts val="0"/>
              </a:spcBef>
              <a:spcAft>
                <a:spcPts val="0"/>
              </a:spcAft>
              <a:buClr>
                <a:srgbClr val="434343"/>
              </a:buClr>
              <a:buSzPts val="1800"/>
              <a:buNone/>
              <a:defRPr sz="1800">
                <a:solidFill>
                  <a:srgbClr val="434343"/>
                </a:solidFill>
              </a:defRPr>
            </a:lvl6pPr>
            <a:lvl7pPr lvl="6" algn="ctr" rtl="0">
              <a:spcBef>
                <a:spcPts val="0"/>
              </a:spcBef>
              <a:spcAft>
                <a:spcPts val="0"/>
              </a:spcAft>
              <a:buClr>
                <a:srgbClr val="434343"/>
              </a:buClr>
              <a:buSzPts val="1800"/>
              <a:buNone/>
              <a:defRPr sz="1800">
                <a:solidFill>
                  <a:srgbClr val="434343"/>
                </a:solidFill>
              </a:defRPr>
            </a:lvl7pPr>
            <a:lvl8pPr lvl="7" algn="ctr" rtl="0">
              <a:spcBef>
                <a:spcPts val="0"/>
              </a:spcBef>
              <a:spcAft>
                <a:spcPts val="0"/>
              </a:spcAft>
              <a:buClr>
                <a:srgbClr val="434343"/>
              </a:buClr>
              <a:buSzPts val="1800"/>
              <a:buNone/>
              <a:defRPr sz="1800">
                <a:solidFill>
                  <a:srgbClr val="434343"/>
                </a:solidFill>
              </a:defRPr>
            </a:lvl8pPr>
            <a:lvl9pPr lvl="8" algn="ctr" rtl="0">
              <a:spcBef>
                <a:spcPts val="0"/>
              </a:spcBef>
              <a:spcAft>
                <a:spcPts val="0"/>
              </a:spcAft>
              <a:buClr>
                <a:srgbClr val="434343"/>
              </a:buClr>
              <a:buSzPts val="1800"/>
              <a:buNone/>
              <a:defRPr sz="1800">
                <a:solidFill>
                  <a:srgbClr val="434343"/>
                </a:solidFill>
              </a:defRPr>
            </a:lvl9pPr>
          </a:lstStyle>
          <a:p>
            <a:endParaRPr/>
          </a:p>
        </p:txBody>
      </p:sp>
      <p:sp>
        <p:nvSpPr>
          <p:cNvPr id="64" name="Google Shape;64;p5"/>
          <p:cNvSpPr txBox="1">
            <a:spLocks noGrp="1"/>
          </p:cNvSpPr>
          <p:nvPr>
            <p:ph type="subTitle" idx="3"/>
          </p:nvPr>
        </p:nvSpPr>
        <p:spPr>
          <a:xfrm flipH="1">
            <a:off x="3423600" y="3356950"/>
            <a:ext cx="2370900" cy="1287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2"/>
              </a:buClr>
              <a:buSzPts val="1800"/>
              <a:buNone/>
              <a:defRPr sz="1600">
                <a:solidFill>
                  <a:schemeClr val="dk1"/>
                </a:solidFill>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65" name="Google Shape;65;p5"/>
          <p:cNvSpPr txBox="1">
            <a:spLocks noGrp="1"/>
          </p:cNvSpPr>
          <p:nvPr>
            <p:ph type="ctrTitle" idx="4"/>
          </p:nvPr>
        </p:nvSpPr>
        <p:spPr>
          <a:xfrm>
            <a:off x="1187550" y="280714"/>
            <a:ext cx="67689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2800"/>
              <a:buNone/>
              <a:defRPr sz="3600" b="1">
                <a:solidFill>
                  <a:schemeClr val="accent1"/>
                </a:solidFill>
                <a:latin typeface="Quicksand"/>
                <a:ea typeface="Quicksand"/>
                <a:cs typeface="Quicksand"/>
                <a:sym typeface="Quicksand"/>
              </a:defRPr>
            </a:lvl1pPr>
            <a:lvl2pPr lvl="1" algn="r" rtl="0">
              <a:spcBef>
                <a:spcPts val="0"/>
              </a:spcBef>
              <a:spcAft>
                <a:spcPts val="0"/>
              </a:spcAft>
              <a:buClr>
                <a:srgbClr val="000000"/>
              </a:buClr>
              <a:buSzPts val="1800"/>
              <a:buNone/>
              <a:defRPr sz="1800">
                <a:solidFill>
                  <a:srgbClr val="000000"/>
                </a:solidFill>
              </a:defRPr>
            </a:lvl2pPr>
            <a:lvl3pPr lvl="2" algn="r" rtl="0">
              <a:spcBef>
                <a:spcPts val="0"/>
              </a:spcBef>
              <a:spcAft>
                <a:spcPts val="0"/>
              </a:spcAft>
              <a:buClr>
                <a:srgbClr val="000000"/>
              </a:buClr>
              <a:buSzPts val="1800"/>
              <a:buNone/>
              <a:defRPr sz="1800">
                <a:solidFill>
                  <a:srgbClr val="000000"/>
                </a:solidFill>
              </a:defRPr>
            </a:lvl3pPr>
            <a:lvl4pPr lvl="3" algn="r" rtl="0">
              <a:spcBef>
                <a:spcPts val="0"/>
              </a:spcBef>
              <a:spcAft>
                <a:spcPts val="0"/>
              </a:spcAft>
              <a:buClr>
                <a:srgbClr val="000000"/>
              </a:buClr>
              <a:buSzPts val="1800"/>
              <a:buNone/>
              <a:defRPr sz="1800">
                <a:solidFill>
                  <a:srgbClr val="000000"/>
                </a:solidFill>
              </a:defRPr>
            </a:lvl4pPr>
            <a:lvl5pPr lvl="4" algn="r" rtl="0">
              <a:spcBef>
                <a:spcPts val="0"/>
              </a:spcBef>
              <a:spcAft>
                <a:spcPts val="0"/>
              </a:spcAft>
              <a:buClr>
                <a:srgbClr val="000000"/>
              </a:buClr>
              <a:buSzPts val="1800"/>
              <a:buNone/>
              <a:defRPr sz="1800">
                <a:solidFill>
                  <a:srgbClr val="000000"/>
                </a:solidFill>
              </a:defRPr>
            </a:lvl5pPr>
            <a:lvl6pPr lvl="5" algn="r" rtl="0">
              <a:spcBef>
                <a:spcPts val="0"/>
              </a:spcBef>
              <a:spcAft>
                <a:spcPts val="0"/>
              </a:spcAft>
              <a:buClr>
                <a:srgbClr val="000000"/>
              </a:buClr>
              <a:buSzPts val="1800"/>
              <a:buNone/>
              <a:defRPr sz="1800">
                <a:solidFill>
                  <a:srgbClr val="000000"/>
                </a:solidFill>
              </a:defRPr>
            </a:lvl6pPr>
            <a:lvl7pPr lvl="6" algn="r" rtl="0">
              <a:spcBef>
                <a:spcPts val="0"/>
              </a:spcBef>
              <a:spcAft>
                <a:spcPts val="0"/>
              </a:spcAft>
              <a:buClr>
                <a:srgbClr val="000000"/>
              </a:buClr>
              <a:buSzPts val="1800"/>
              <a:buNone/>
              <a:defRPr sz="1800">
                <a:solidFill>
                  <a:srgbClr val="000000"/>
                </a:solidFill>
              </a:defRPr>
            </a:lvl7pPr>
            <a:lvl8pPr lvl="7" algn="r" rtl="0">
              <a:spcBef>
                <a:spcPts val="0"/>
              </a:spcBef>
              <a:spcAft>
                <a:spcPts val="0"/>
              </a:spcAft>
              <a:buClr>
                <a:srgbClr val="000000"/>
              </a:buClr>
              <a:buSzPts val="1800"/>
              <a:buNone/>
              <a:defRPr sz="1800">
                <a:solidFill>
                  <a:srgbClr val="000000"/>
                </a:solidFill>
              </a:defRPr>
            </a:lvl8pPr>
            <a:lvl9pPr lvl="8" algn="r" rtl="0">
              <a:spcBef>
                <a:spcPts val="0"/>
              </a:spcBef>
              <a:spcAft>
                <a:spcPts val="0"/>
              </a:spcAft>
              <a:buClr>
                <a:srgbClr val="000000"/>
              </a:buClr>
              <a:buSzPts val="1800"/>
              <a:buNone/>
              <a:defRPr sz="1800">
                <a:solidFill>
                  <a:srgbClr val="000000"/>
                </a:solidFill>
              </a:defRPr>
            </a:lvl9pPr>
          </a:lstStyle>
          <a:p>
            <a:endParaRPr/>
          </a:p>
        </p:txBody>
      </p:sp>
      <p:sp>
        <p:nvSpPr>
          <p:cNvPr id="66" name="Google Shape;66;p5"/>
          <p:cNvSpPr/>
          <p:nvPr/>
        </p:nvSpPr>
        <p:spPr>
          <a:xfrm>
            <a:off x="8466338" y="102953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67" name="Google Shape;67;p5"/>
          <p:cNvSpPr/>
          <p:nvPr/>
        </p:nvSpPr>
        <p:spPr>
          <a:xfrm>
            <a:off x="8052475" y="130486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68" name="Google Shape;68;p5"/>
          <p:cNvSpPr/>
          <p:nvPr/>
        </p:nvSpPr>
        <p:spPr>
          <a:xfrm>
            <a:off x="7914913" y="716900"/>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3"/>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rot="7641468">
            <a:off x="212836" y="3956890"/>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49962" y="438208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71" name="Google Shape;71;p5"/>
          <p:cNvSpPr/>
          <p:nvPr/>
        </p:nvSpPr>
        <p:spPr>
          <a:xfrm>
            <a:off x="-463825" y="465741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72" name="Google Shape;72;p5"/>
          <p:cNvSpPr/>
          <p:nvPr/>
        </p:nvSpPr>
        <p:spPr>
          <a:xfrm rot="7641468">
            <a:off x="8813311" y="1745115"/>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8407963" y="465738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74" name="Google Shape;74;p5"/>
          <p:cNvSpPr/>
          <p:nvPr/>
        </p:nvSpPr>
        <p:spPr>
          <a:xfrm>
            <a:off x="-386675" y="98101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75" name="Google Shape;75;p5"/>
          <p:cNvSpPr/>
          <p:nvPr/>
        </p:nvSpPr>
        <p:spPr>
          <a:xfrm>
            <a:off x="378788" y="469350"/>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6"/>
          <p:cNvSpPr txBox="1">
            <a:spLocks noGrp="1"/>
          </p:cNvSpPr>
          <p:nvPr>
            <p:ph type="ctrTitle"/>
          </p:nvPr>
        </p:nvSpPr>
        <p:spPr>
          <a:xfrm>
            <a:off x="1187550" y="280714"/>
            <a:ext cx="67689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2800"/>
              <a:buNone/>
              <a:defRPr sz="3600" b="1">
                <a:solidFill>
                  <a:schemeClr val="accent1"/>
                </a:solidFill>
                <a:latin typeface="Quicksand"/>
                <a:ea typeface="Quicksand"/>
                <a:cs typeface="Quicksand"/>
                <a:sym typeface="Quicksand"/>
              </a:defRPr>
            </a:lvl1pPr>
            <a:lvl2pPr lvl="1" algn="r" rtl="0">
              <a:spcBef>
                <a:spcPts val="0"/>
              </a:spcBef>
              <a:spcAft>
                <a:spcPts val="0"/>
              </a:spcAft>
              <a:buClr>
                <a:srgbClr val="000000"/>
              </a:buClr>
              <a:buSzPts val="1800"/>
              <a:buNone/>
              <a:defRPr sz="1800">
                <a:solidFill>
                  <a:srgbClr val="000000"/>
                </a:solidFill>
              </a:defRPr>
            </a:lvl2pPr>
            <a:lvl3pPr lvl="2" algn="r" rtl="0">
              <a:spcBef>
                <a:spcPts val="0"/>
              </a:spcBef>
              <a:spcAft>
                <a:spcPts val="0"/>
              </a:spcAft>
              <a:buClr>
                <a:srgbClr val="000000"/>
              </a:buClr>
              <a:buSzPts val="1800"/>
              <a:buNone/>
              <a:defRPr sz="1800">
                <a:solidFill>
                  <a:srgbClr val="000000"/>
                </a:solidFill>
              </a:defRPr>
            </a:lvl3pPr>
            <a:lvl4pPr lvl="3" algn="r" rtl="0">
              <a:spcBef>
                <a:spcPts val="0"/>
              </a:spcBef>
              <a:spcAft>
                <a:spcPts val="0"/>
              </a:spcAft>
              <a:buClr>
                <a:srgbClr val="000000"/>
              </a:buClr>
              <a:buSzPts val="1800"/>
              <a:buNone/>
              <a:defRPr sz="1800">
                <a:solidFill>
                  <a:srgbClr val="000000"/>
                </a:solidFill>
              </a:defRPr>
            </a:lvl4pPr>
            <a:lvl5pPr lvl="4" algn="r" rtl="0">
              <a:spcBef>
                <a:spcPts val="0"/>
              </a:spcBef>
              <a:spcAft>
                <a:spcPts val="0"/>
              </a:spcAft>
              <a:buClr>
                <a:srgbClr val="000000"/>
              </a:buClr>
              <a:buSzPts val="1800"/>
              <a:buNone/>
              <a:defRPr sz="1800">
                <a:solidFill>
                  <a:srgbClr val="000000"/>
                </a:solidFill>
              </a:defRPr>
            </a:lvl5pPr>
            <a:lvl6pPr lvl="5" algn="r" rtl="0">
              <a:spcBef>
                <a:spcPts val="0"/>
              </a:spcBef>
              <a:spcAft>
                <a:spcPts val="0"/>
              </a:spcAft>
              <a:buClr>
                <a:srgbClr val="000000"/>
              </a:buClr>
              <a:buSzPts val="1800"/>
              <a:buNone/>
              <a:defRPr sz="1800">
                <a:solidFill>
                  <a:srgbClr val="000000"/>
                </a:solidFill>
              </a:defRPr>
            </a:lvl6pPr>
            <a:lvl7pPr lvl="6" algn="r" rtl="0">
              <a:spcBef>
                <a:spcPts val="0"/>
              </a:spcBef>
              <a:spcAft>
                <a:spcPts val="0"/>
              </a:spcAft>
              <a:buClr>
                <a:srgbClr val="000000"/>
              </a:buClr>
              <a:buSzPts val="1800"/>
              <a:buNone/>
              <a:defRPr sz="1800">
                <a:solidFill>
                  <a:srgbClr val="000000"/>
                </a:solidFill>
              </a:defRPr>
            </a:lvl7pPr>
            <a:lvl8pPr lvl="7" algn="r" rtl="0">
              <a:spcBef>
                <a:spcPts val="0"/>
              </a:spcBef>
              <a:spcAft>
                <a:spcPts val="0"/>
              </a:spcAft>
              <a:buClr>
                <a:srgbClr val="000000"/>
              </a:buClr>
              <a:buSzPts val="1800"/>
              <a:buNone/>
              <a:defRPr sz="1800">
                <a:solidFill>
                  <a:srgbClr val="000000"/>
                </a:solidFill>
              </a:defRPr>
            </a:lvl8pPr>
            <a:lvl9pPr lvl="8" algn="r" rtl="0">
              <a:spcBef>
                <a:spcPts val="0"/>
              </a:spcBef>
              <a:spcAft>
                <a:spcPts val="0"/>
              </a:spcAft>
              <a:buClr>
                <a:srgbClr val="000000"/>
              </a:buClr>
              <a:buSzPts val="1800"/>
              <a:buNone/>
              <a:defRPr sz="1800">
                <a:solidFill>
                  <a:srgbClr val="000000"/>
                </a:solidFill>
              </a:defRPr>
            </a:lvl9pPr>
          </a:lstStyle>
          <a:p>
            <a:endParaRPr/>
          </a:p>
        </p:txBody>
      </p:sp>
      <p:sp>
        <p:nvSpPr>
          <p:cNvPr id="78" name="Google Shape;78;p6"/>
          <p:cNvSpPr/>
          <p:nvPr/>
        </p:nvSpPr>
        <p:spPr>
          <a:xfrm>
            <a:off x="-11737" y="461017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79" name="Google Shape;79;p6"/>
          <p:cNvSpPr/>
          <p:nvPr/>
        </p:nvSpPr>
        <p:spPr>
          <a:xfrm>
            <a:off x="-425600" y="488549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80" name="Google Shape;80;p6"/>
          <p:cNvSpPr/>
          <p:nvPr/>
        </p:nvSpPr>
        <p:spPr>
          <a:xfrm rot="7641468">
            <a:off x="243461" y="4184940"/>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
          <p:cNvSpPr/>
          <p:nvPr/>
        </p:nvSpPr>
        <p:spPr>
          <a:xfrm>
            <a:off x="8942825" y="755363"/>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8324225" y="53999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83" name="Google Shape;83;p6"/>
          <p:cNvSpPr/>
          <p:nvPr/>
        </p:nvSpPr>
        <p:spPr>
          <a:xfrm rot="2700000">
            <a:off x="8143376" y="767412"/>
            <a:ext cx="314697" cy="129599"/>
          </a:xfrm>
          <a:custGeom>
            <a:avLst/>
            <a:gdLst/>
            <a:ahLst/>
            <a:cxnLst/>
            <a:rect l="l" t="t" r="r" b="b"/>
            <a:pathLst>
              <a:path w="12588" h="5184" fill="none" extrusionOk="0">
                <a:moveTo>
                  <a:pt x="12588" y="0"/>
                </a:moveTo>
                <a:lnTo>
                  <a:pt x="0" y="5183"/>
                </a:lnTo>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3"/>
        <p:cNvGrpSpPr/>
        <p:nvPr/>
      </p:nvGrpSpPr>
      <p:grpSpPr>
        <a:xfrm>
          <a:off x="0" y="0"/>
          <a:ext cx="0" cy="0"/>
          <a:chOff x="0" y="0"/>
          <a:chExt cx="0" cy="0"/>
        </a:xfrm>
      </p:grpSpPr>
      <p:sp>
        <p:nvSpPr>
          <p:cNvPr id="114" name="Google Shape;114;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1"/>
              </a:buClr>
              <a:buSzPts val="4200"/>
              <a:buFont typeface="Quicksand"/>
              <a:buNone/>
              <a:defRPr sz="4200" b="1">
                <a:solidFill>
                  <a:schemeClr val="accent1"/>
                </a:solidFill>
                <a:latin typeface="Quicksand"/>
                <a:ea typeface="Quicksand"/>
                <a:cs typeface="Quicksand"/>
                <a:sym typeface="Quicksand"/>
              </a:defRPr>
            </a:lvl1pPr>
            <a:lvl2pPr lvl="1" algn="ctr">
              <a:spcBef>
                <a:spcPts val="0"/>
              </a:spcBef>
              <a:spcAft>
                <a:spcPts val="0"/>
              </a:spcAft>
              <a:buClr>
                <a:schemeClr val="accent1"/>
              </a:buClr>
              <a:buSzPts val="4200"/>
              <a:buFont typeface="Quicksand"/>
              <a:buNone/>
              <a:defRPr sz="4200" b="1">
                <a:solidFill>
                  <a:schemeClr val="accent1"/>
                </a:solidFill>
                <a:latin typeface="Quicksand"/>
                <a:ea typeface="Quicksand"/>
                <a:cs typeface="Quicksand"/>
                <a:sym typeface="Quicksand"/>
              </a:defRPr>
            </a:lvl2pPr>
            <a:lvl3pPr lvl="2" algn="ctr">
              <a:spcBef>
                <a:spcPts val="0"/>
              </a:spcBef>
              <a:spcAft>
                <a:spcPts val="0"/>
              </a:spcAft>
              <a:buClr>
                <a:schemeClr val="accent1"/>
              </a:buClr>
              <a:buSzPts val="4200"/>
              <a:buFont typeface="Quicksand"/>
              <a:buNone/>
              <a:defRPr sz="4200" b="1">
                <a:solidFill>
                  <a:schemeClr val="accent1"/>
                </a:solidFill>
                <a:latin typeface="Quicksand"/>
                <a:ea typeface="Quicksand"/>
                <a:cs typeface="Quicksand"/>
                <a:sym typeface="Quicksand"/>
              </a:defRPr>
            </a:lvl3pPr>
            <a:lvl4pPr lvl="3" algn="ctr">
              <a:spcBef>
                <a:spcPts val="0"/>
              </a:spcBef>
              <a:spcAft>
                <a:spcPts val="0"/>
              </a:spcAft>
              <a:buClr>
                <a:schemeClr val="accent1"/>
              </a:buClr>
              <a:buSzPts val="4200"/>
              <a:buFont typeface="Quicksand"/>
              <a:buNone/>
              <a:defRPr sz="4200" b="1">
                <a:solidFill>
                  <a:schemeClr val="accent1"/>
                </a:solidFill>
                <a:latin typeface="Quicksand"/>
                <a:ea typeface="Quicksand"/>
                <a:cs typeface="Quicksand"/>
                <a:sym typeface="Quicksand"/>
              </a:defRPr>
            </a:lvl4pPr>
            <a:lvl5pPr lvl="4" algn="ctr">
              <a:spcBef>
                <a:spcPts val="0"/>
              </a:spcBef>
              <a:spcAft>
                <a:spcPts val="0"/>
              </a:spcAft>
              <a:buClr>
                <a:schemeClr val="accent1"/>
              </a:buClr>
              <a:buSzPts val="4200"/>
              <a:buFont typeface="Quicksand"/>
              <a:buNone/>
              <a:defRPr sz="4200" b="1">
                <a:solidFill>
                  <a:schemeClr val="accent1"/>
                </a:solidFill>
                <a:latin typeface="Quicksand"/>
                <a:ea typeface="Quicksand"/>
                <a:cs typeface="Quicksand"/>
                <a:sym typeface="Quicksand"/>
              </a:defRPr>
            </a:lvl5pPr>
            <a:lvl6pPr lvl="5" algn="ctr">
              <a:spcBef>
                <a:spcPts val="0"/>
              </a:spcBef>
              <a:spcAft>
                <a:spcPts val="0"/>
              </a:spcAft>
              <a:buClr>
                <a:schemeClr val="accent1"/>
              </a:buClr>
              <a:buSzPts val="4200"/>
              <a:buFont typeface="Quicksand"/>
              <a:buNone/>
              <a:defRPr sz="4200" b="1">
                <a:solidFill>
                  <a:schemeClr val="accent1"/>
                </a:solidFill>
                <a:latin typeface="Quicksand"/>
                <a:ea typeface="Quicksand"/>
                <a:cs typeface="Quicksand"/>
                <a:sym typeface="Quicksand"/>
              </a:defRPr>
            </a:lvl6pPr>
            <a:lvl7pPr lvl="6" algn="ctr">
              <a:spcBef>
                <a:spcPts val="0"/>
              </a:spcBef>
              <a:spcAft>
                <a:spcPts val="0"/>
              </a:spcAft>
              <a:buClr>
                <a:schemeClr val="accent1"/>
              </a:buClr>
              <a:buSzPts val="4200"/>
              <a:buFont typeface="Quicksand"/>
              <a:buNone/>
              <a:defRPr sz="4200" b="1">
                <a:solidFill>
                  <a:schemeClr val="accent1"/>
                </a:solidFill>
                <a:latin typeface="Quicksand"/>
                <a:ea typeface="Quicksand"/>
                <a:cs typeface="Quicksand"/>
                <a:sym typeface="Quicksand"/>
              </a:defRPr>
            </a:lvl7pPr>
            <a:lvl8pPr lvl="7" algn="ctr">
              <a:spcBef>
                <a:spcPts val="0"/>
              </a:spcBef>
              <a:spcAft>
                <a:spcPts val="0"/>
              </a:spcAft>
              <a:buClr>
                <a:schemeClr val="accent1"/>
              </a:buClr>
              <a:buSzPts val="4200"/>
              <a:buFont typeface="Quicksand"/>
              <a:buNone/>
              <a:defRPr sz="4200" b="1">
                <a:solidFill>
                  <a:schemeClr val="accent1"/>
                </a:solidFill>
                <a:latin typeface="Quicksand"/>
                <a:ea typeface="Quicksand"/>
                <a:cs typeface="Quicksand"/>
                <a:sym typeface="Quicksand"/>
              </a:defRPr>
            </a:lvl8pPr>
            <a:lvl9pPr lvl="8" algn="ctr">
              <a:spcBef>
                <a:spcPts val="0"/>
              </a:spcBef>
              <a:spcAft>
                <a:spcPts val="0"/>
              </a:spcAft>
              <a:buClr>
                <a:schemeClr val="accent1"/>
              </a:buClr>
              <a:buSzPts val="4200"/>
              <a:buFont typeface="Quicksand"/>
              <a:buNone/>
              <a:defRPr sz="4200" b="1">
                <a:solidFill>
                  <a:schemeClr val="accent1"/>
                </a:solidFill>
                <a:latin typeface="Quicksand"/>
                <a:ea typeface="Quicksand"/>
                <a:cs typeface="Quicksand"/>
                <a:sym typeface="Quicksand"/>
              </a:defRPr>
            </a:lvl9pPr>
          </a:lstStyle>
          <a:p>
            <a:endParaRPr/>
          </a:p>
        </p:txBody>
      </p:sp>
      <p:sp>
        <p:nvSpPr>
          <p:cNvPr id="115" name="Google Shape;115;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16" name="Google Shape;116;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4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
  <p:cSld name="CUSTOM_17_1">
    <p:spTree>
      <p:nvGrpSpPr>
        <p:cNvPr id="1" name="Shape 141"/>
        <p:cNvGrpSpPr/>
        <p:nvPr/>
      </p:nvGrpSpPr>
      <p:grpSpPr>
        <a:xfrm>
          <a:off x="0" y="0"/>
          <a:ext cx="0" cy="0"/>
          <a:chOff x="0" y="0"/>
          <a:chExt cx="0" cy="0"/>
        </a:xfrm>
      </p:grpSpPr>
      <p:sp>
        <p:nvSpPr>
          <p:cNvPr id="142" name="Google Shape;142;p13"/>
          <p:cNvSpPr txBox="1">
            <a:spLocks noGrp="1"/>
          </p:cNvSpPr>
          <p:nvPr>
            <p:ph type="ctrTitle"/>
          </p:nvPr>
        </p:nvSpPr>
        <p:spPr>
          <a:xfrm>
            <a:off x="-72500" y="3711483"/>
            <a:ext cx="2842200" cy="5778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000000"/>
              </a:buClr>
              <a:buSzPts val="1200"/>
              <a:buNone/>
              <a:defRPr sz="2400" b="1">
                <a:solidFill>
                  <a:schemeClr val="accent1"/>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a:endParaRPr/>
          </a:p>
        </p:txBody>
      </p:sp>
      <p:sp>
        <p:nvSpPr>
          <p:cNvPr id="143" name="Google Shape;143;p13"/>
          <p:cNvSpPr txBox="1">
            <a:spLocks noGrp="1"/>
          </p:cNvSpPr>
          <p:nvPr>
            <p:ph type="subTitle" idx="1"/>
          </p:nvPr>
        </p:nvSpPr>
        <p:spPr>
          <a:xfrm>
            <a:off x="420501" y="4104875"/>
            <a:ext cx="2349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400">
                <a:solidFill>
                  <a:schemeClr val="dk1"/>
                </a:solidFill>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44" name="Google Shape;144;p13"/>
          <p:cNvSpPr txBox="1">
            <a:spLocks noGrp="1"/>
          </p:cNvSpPr>
          <p:nvPr>
            <p:ph type="title" idx="2" hasCustomPrompt="1"/>
          </p:nvPr>
        </p:nvSpPr>
        <p:spPr>
          <a:xfrm>
            <a:off x="2073482" y="1937635"/>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4800"/>
              <a:buNone/>
              <a:defRPr sz="6000" b="1">
                <a:solidFill>
                  <a:schemeClr val="accent1"/>
                </a:solidFill>
              </a:defRPr>
            </a:lvl1pPr>
            <a:lvl2pPr lvl="1"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9pPr>
          </a:lstStyle>
          <a:p>
            <a:r>
              <a:t>xx%</a:t>
            </a:r>
          </a:p>
        </p:txBody>
      </p:sp>
      <p:sp>
        <p:nvSpPr>
          <p:cNvPr id="145" name="Google Shape;145;p13"/>
          <p:cNvSpPr txBox="1">
            <a:spLocks noGrp="1"/>
          </p:cNvSpPr>
          <p:nvPr>
            <p:ph type="subTitle" idx="3"/>
          </p:nvPr>
        </p:nvSpPr>
        <p:spPr>
          <a:xfrm>
            <a:off x="6366724" y="4104875"/>
            <a:ext cx="24384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400">
                <a:solidFill>
                  <a:schemeClr val="dk1"/>
                </a:solidFill>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46" name="Google Shape;146;p13"/>
          <p:cNvSpPr txBox="1">
            <a:spLocks noGrp="1"/>
          </p:cNvSpPr>
          <p:nvPr>
            <p:ph type="title" idx="4" hasCustomPrompt="1"/>
          </p:nvPr>
        </p:nvSpPr>
        <p:spPr>
          <a:xfrm>
            <a:off x="5368766" y="1937618"/>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4800"/>
              <a:buNone/>
              <a:defRPr sz="6000" b="1">
                <a:solidFill>
                  <a:schemeClr val="accent1"/>
                </a:solidFill>
              </a:defRPr>
            </a:lvl1pPr>
            <a:lvl2pPr lvl="1"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9pPr>
          </a:lstStyle>
          <a:p>
            <a:r>
              <a:t>xx%</a:t>
            </a:r>
          </a:p>
        </p:txBody>
      </p:sp>
      <p:sp>
        <p:nvSpPr>
          <p:cNvPr id="147" name="Google Shape;147;p13"/>
          <p:cNvSpPr txBox="1">
            <a:spLocks noGrp="1"/>
          </p:cNvSpPr>
          <p:nvPr>
            <p:ph type="subTitle" idx="5"/>
          </p:nvPr>
        </p:nvSpPr>
        <p:spPr>
          <a:xfrm>
            <a:off x="3381450" y="4104875"/>
            <a:ext cx="2381100" cy="57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400">
                <a:solidFill>
                  <a:schemeClr val="dk1"/>
                </a:solidFill>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48" name="Google Shape;148;p13"/>
          <p:cNvSpPr txBox="1">
            <a:spLocks noGrp="1"/>
          </p:cNvSpPr>
          <p:nvPr>
            <p:ph type="title" idx="6" hasCustomPrompt="1"/>
          </p:nvPr>
        </p:nvSpPr>
        <p:spPr>
          <a:xfrm>
            <a:off x="3695100" y="1671973"/>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4800"/>
              <a:buNone/>
              <a:defRPr sz="6000" b="1">
                <a:solidFill>
                  <a:schemeClr val="accent1"/>
                </a:solidFill>
              </a:defRPr>
            </a:lvl1pPr>
            <a:lvl2pPr lvl="1"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accent1"/>
              </a:buClr>
              <a:buSzPts val="4800"/>
              <a:buFont typeface="Fira Sans Extra Condensed Medium"/>
              <a:buNone/>
              <a:defRPr sz="4800">
                <a:solidFill>
                  <a:schemeClr val="accent1"/>
                </a:solidFill>
                <a:latin typeface="Fira Sans Extra Condensed Medium"/>
                <a:ea typeface="Fira Sans Extra Condensed Medium"/>
                <a:cs typeface="Fira Sans Extra Condensed Medium"/>
                <a:sym typeface="Fira Sans Extra Condensed Medium"/>
              </a:defRPr>
            </a:lvl9pPr>
          </a:lstStyle>
          <a:p>
            <a:r>
              <a:t>xx%</a:t>
            </a:r>
          </a:p>
        </p:txBody>
      </p:sp>
      <p:sp>
        <p:nvSpPr>
          <p:cNvPr id="149" name="Google Shape;149;p13"/>
          <p:cNvSpPr txBox="1">
            <a:spLocks noGrp="1"/>
          </p:cNvSpPr>
          <p:nvPr>
            <p:ph type="ctrTitle" idx="7"/>
          </p:nvPr>
        </p:nvSpPr>
        <p:spPr>
          <a:xfrm>
            <a:off x="3040950" y="3711483"/>
            <a:ext cx="30621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1200"/>
              <a:buNone/>
              <a:defRPr sz="2400" b="1">
                <a:solidFill>
                  <a:schemeClr val="accent2"/>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a:endParaRPr/>
          </a:p>
        </p:txBody>
      </p:sp>
      <p:sp>
        <p:nvSpPr>
          <p:cNvPr id="150" name="Google Shape;150;p13"/>
          <p:cNvSpPr txBox="1">
            <a:spLocks noGrp="1"/>
          </p:cNvSpPr>
          <p:nvPr>
            <p:ph type="ctrTitle" idx="8"/>
          </p:nvPr>
        </p:nvSpPr>
        <p:spPr>
          <a:xfrm>
            <a:off x="6366725" y="3711483"/>
            <a:ext cx="17085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1200"/>
              <a:buNone/>
              <a:defRPr sz="2400" b="1">
                <a:solidFill>
                  <a:schemeClr val="accent3"/>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a:endParaRPr/>
          </a:p>
        </p:txBody>
      </p:sp>
      <p:sp>
        <p:nvSpPr>
          <p:cNvPr id="151" name="Google Shape;151;p13"/>
          <p:cNvSpPr txBox="1">
            <a:spLocks noGrp="1"/>
          </p:cNvSpPr>
          <p:nvPr>
            <p:ph type="ctrTitle" idx="9"/>
          </p:nvPr>
        </p:nvSpPr>
        <p:spPr>
          <a:xfrm>
            <a:off x="1187550" y="280714"/>
            <a:ext cx="67689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2800"/>
              <a:buNone/>
              <a:defRPr sz="3600" b="1">
                <a:solidFill>
                  <a:schemeClr val="accent1"/>
                </a:solidFill>
              </a:defRPr>
            </a:lvl1pPr>
            <a:lvl2pPr lvl="1" algn="r" rtl="0">
              <a:spcBef>
                <a:spcPts val="0"/>
              </a:spcBef>
              <a:spcAft>
                <a:spcPts val="0"/>
              </a:spcAft>
              <a:buClr>
                <a:srgbClr val="000000"/>
              </a:buClr>
              <a:buSzPts val="1800"/>
              <a:buNone/>
              <a:defRPr sz="1800">
                <a:solidFill>
                  <a:srgbClr val="000000"/>
                </a:solidFill>
              </a:defRPr>
            </a:lvl2pPr>
            <a:lvl3pPr lvl="2" algn="r" rtl="0">
              <a:spcBef>
                <a:spcPts val="0"/>
              </a:spcBef>
              <a:spcAft>
                <a:spcPts val="0"/>
              </a:spcAft>
              <a:buClr>
                <a:srgbClr val="000000"/>
              </a:buClr>
              <a:buSzPts val="1800"/>
              <a:buNone/>
              <a:defRPr sz="1800">
                <a:solidFill>
                  <a:srgbClr val="000000"/>
                </a:solidFill>
              </a:defRPr>
            </a:lvl3pPr>
            <a:lvl4pPr lvl="3" algn="r" rtl="0">
              <a:spcBef>
                <a:spcPts val="0"/>
              </a:spcBef>
              <a:spcAft>
                <a:spcPts val="0"/>
              </a:spcAft>
              <a:buClr>
                <a:srgbClr val="000000"/>
              </a:buClr>
              <a:buSzPts val="1800"/>
              <a:buNone/>
              <a:defRPr sz="1800">
                <a:solidFill>
                  <a:srgbClr val="000000"/>
                </a:solidFill>
              </a:defRPr>
            </a:lvl4pPr>
            <a:lvl5pPr lvl="4" algn="r" rtl="0">
              <a:spcBef>
                <a:spcPts val="0"/>
              </a:spcBef>
              <a:spcAft>
                <a:spcPts val="0"/>
              </a:spcAft>
              <a:buClr>
                <a:srgbClr val="000000"/>
              </a:buClr>
              <a:buSzPts val="1800"/>
              <a:buNone/>
              <a:defRPr sz="1800">
                <a:solidFill>
                  <a:srgbClr val="000000"/>
                </a:solidFill>
              </a:defRPr>
            </a:lvl5pPr>
            <a:lvl6pPr lvl="5" algn="r" rtl="0">
              <a:spcBef>
                <a:spcPts val="0"/>
              </a:spcBef>
              <a:spcAft>
                <a:spcPts val="0"/>
              </a:spcAft>
              <a:buClr>
                <a:srgbClr val="000000"/>
              </a:buClr>
              <a:buSzPts val="1800"/>
              <a:buNone/>
              <a:defRPr sz="1800">
                <a:solidFill>
                  <a:srgbClr val="000000"/>
                </a:solidFill>
              </a:defRPr>
            </a:lvl6pPr>
            <a:lvl7pPr lvl="6" algn="r" rtl="0">
              <a:spcBef>
                <a:spcPts val="0"/>
              </a:spcBef>
              <a:spcAft>
                <a:spcPts val="0"/>
              </a:spcAft>
              <a:buClr>
                <a:srgbClr val="000000"/>
              </a:buClr>
              <a:buSzPts val="1800"/>
              <a:buNone/>
              <a:defRPr sz="1800">
                <a:solidFill>
                  <a:srgbClr val="000000"/>
                </a:solidFill>
              </a:defRPr>
            </a:lvl7pPr>
            <a:lvl8pPr lvl="7" algn="r" rtl="0">
              <a:spcBef>
                <a:spcPts val="0"/>
              </a:spcBef>
              <a:spcAft>
                <a:spcPts val="0"/>
              </a:spcAft>
              <a:buClr>
                <a:srgbClr val="000000"/>
              </a:buClr>
              <a:buSzPts val="1800"/>
              <a:buNone/>
              <a:defRPr sz="1800">
                <a:solidFill>
                  <a:srgbClr val="000000"/>
                </a:solidFill>
              </a:defRPr>
            </a:lvl8pPr>
            <a:lvl9pPr lvl="8" algn="r" rtl="0">
              <a:spcBef>
                <a:spcPts val="0"/>
              </a:spcBef>
              <a:spcAft>
                <a:spcPts val="0"/>
              </a:spcAft>
              <a:buClr>
                <a:srgbClr val="000000"/>
              </a:buClr>
              <a:buSzPts val="1800"/>
              <a:buNone/>
              <a:defRPr sz="1800">
                <a:solidFill>
                  <a:srgbClr val="000000"/>
                </a:solidFill>
              </a:defRPr>
            </a:lvl9pPr>
          </a:lstStyle>
          <a:p>
            <a:endParaRPr/>
          </a:p>
        </p:txBody>
      </p:sp>
      <p:sp>
        <p:nvSpPr>
          <p:cNvPr id="152" name="Google Shape;152;p13"/>
          <p:cNvSpPr/>
          <p:nvPr/>
        </p:nvSpPr>
        <p:spPr>
          <a:xfrm>
            <a:off x="231675" y="1961738"/>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3"/>
          <p:cNvSpPr/>
          <p:nvPr/>
        </p:nvSpPr>
        <p:spPr>
          <a:xfrm rot="7641468">
            <a:off x="8039086" y="1195990"/>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3"/>
          <p:cNvSpPr/>
          <p:nvPr/>
        </p:nvSpPr>
        <p:spPr>
          <a:xfrm>
            <a:off x="8460138" y="148101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155" name="Google Shape;155;p13"/>
          <p:cNvSpPr/>
          <p:nvPr/>
        </p:nvSpPr>
        <p:spPr>
          <a:xfrm>
            <a:off x="8046275" y="175633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156" name="Google Shape;156;p13"/>
          <p:cNvSpPr/>
          <p:nvPr/>
        </p:nvSpPr>
        <p:spPr>
          <a:xfrm>
            <a:off x="28163" y="234201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157" name="Google Shape;157;p13"/>
          <p:cNvSpPr/>
          <p:nvPr/>
        </p:nvSpPr>
        <p:spPr>
          <a:xfrm>
            <a:off x="-385700" y="261733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158" name="Google Shape;158;p13"/>
          <p:cNvSpPr/>
          <p:nvPr/>
        </p:nvSpPr>
        <p:spPr>
          <a:xfrm>
            <a:off x="339488" y="45058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159" name="Google Shape;159;p13"/>
          <p:cNvSpPr/>
          <p:nvPr/>
        </p:nvSpPr>
        <p:spPr>
          <a:xfrm rot="7641468">
            <a:off x="889186" y="759215"/>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39">
    <p:spTree>
      <p:nvGrpSpPr>
        <p:cNvPr id="1" name="Shape 183"/>
        <p:cNvGrpSpPr/>
        <p:nvPr/>
      </p:nvGrpSpPr>
      <p:grpSpPr>
        <a:xfrm>
          <a:off x="0" y="0"/>
          <a:ext cx="0" cy="0"/>
          <a:chOff x="0" y="0"/>
          <a:chExt cx="0" cy="0"/>
        </a:xfrm>
      </p:grpSpPr>
      <p:sp>
        <p:nvSpPr>
          <p:cNvPr id="184" name="Google Shape;184;p15"/>
          <p:cNvSpPr txBox="1">
            <a:spLocks noGrp="1"/>
          </p:cNvSpPr>
          <p:nvPr>
            <p:ph type="subTitle" idx="1"/>
          </p:nvPr>
        </p:nvSpPr>
        <p:spPr>
          <a:xfrm flipH="1">
            <a:off x="796725" y="1485559"/>
            <a:ext cx="7064700" cy="158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3000">
                <a:solidFill>
                  <a:schemeClr val="dk1"/>
                </a:solidFill>
              </a:defRPr>
            </a:lvl1pPr>
            <a:lvl2pPr lvl="1" algn="ctr" rtl="0">
              <a:lnSpc>
                <a:spcPct val="100000"/>
              </a:lnSpc>
              <a:spcBef>
                <a:spcPts val="1600"/>
              </a:spcBef>
              <a:spcAft>
                <a:spcPts val="0"/>
              </a:spcAft>
              <a:buNone/>
              <a:defRPr sz="3000">
                <a:solidFill>
                  <a:schemeClr val="dk1"/>
                </a:solidFill>
              </a:defRPr>
            </a:lvl2pPr>
            <a:lvl3pPr lvl="2" algn="ctr" rtl="0">
              <a:lnSpc>
                <a:spcPct val="100000"/>
              </a:lnSpc>
              <a:spcBef>
                <a:spcPts val="1600"/>
              </a:spcBef>
              <a:spcAft>
                <a:spcPts val="0"/>
              </a:spcAft>
              <a:buNone/>
              <a:defRPr sz="3000">
                <a:solidFill>
                  <a:schemeClr val="dk1"/>
                </a:solidFill>
              </a:defRPr>
            </a:lvl3pPr>
            <a:lvl4pPr lvl="3" algn="ctr" rtl="0">
              <a:lnSpc>
                <a:spcPct val="100000"/>
              </a:lnSpc>
              <a:spcBef>
                <a:spcPts val="1600"/>
              </a:spcBef>
              <a:spcAft>
                <a:spcPts val="0"/>
              </a:spcAft>
              <a:buNone/>
              <a:defRPr sz="3000">
                <a:solidFill>
                  <a:schemeClr val="dk1"/>
                </a:solidFill>
              </a:defRPr>
            </a:lvl4pPr>
            <a:lvl5pPr lvl="4" algn="ctr" rtl="0">
              <a:lnSpc>
                <a:spcPct val="100000"/>
              </a:lnSpc>
              <a:spcBef>
                <a:spcPts val="1600"/>
              </a:spcBef>
              <a:spcAft>
                <a:spcPts val="0"/>
              </a:spcAft>
              <a:buNone/>
              <a:defRPr sz="3000">
                <a:solidFill>
                  <a:schemeClr val="dk1"/>
                </a:solidFill>
              </a:defRPr>
            </a:lvl5pPr>
            <a:lvl6pPr lvl="5" algn="ctr" rtl="0">
              <a:lnSpc>
                <a:spcPct val="100000"/>
              </a:lnSpc>
              <a:spcBef>
                <a:spcPts val="1600"/>
              </a:spcBef>
              <a:spcAft>
                <a:spcPts val="0"/>
              </a:spcAft>
              <a:buNone/>
              <a:defRPr sz="3000">
                <a:solidFill>
                  <a:schemeClr val="dk1"/>
                </a:solidFill>
              </a:defRPr>
            </a:lvl6pPr>
            <a:lvl7pPr lvl="6" algn="ctr" rtl="0">
              <a:lnSpc>
                <a:spcPct val="100000"/>
              </a:lnSpc>
              <a:spcBef>
                <a:spcPts val="1600"/>
              </a:spcBef>
              <a:spcAft>
                <a:spcPts val="0"/>
              </a:spcAft>
              <a:buNone/>
              <a:defRPr sz="3000">
                <a:solidFill>
                  <a:schemeClr val="dk1"/>
                </a:solidFill>
              </a:defRPr>
            </a:lvl7pPr>
            <a:lvl8pPr lvl="7" algn="ctr" rtl="0">
              <a:lnSpc>
                <a:spcPct val="100000"/>
              </a:lnSpc>
              <a:spcBef>
                <a:spcPts val="1600"/>
              </a:spcBef>
              <a:spcAft>
                <a:spcPts val="0"/>
              </a:spcAft>
              <a:buNone/>
              <a:defRPr sz="3000">
                <a:solidFill>
                  <a:schemeClr val="dk1"/>
                </a:solidFill>
              </a:defRPr>
            </a:lvl8pPr>
            <a:lvl9pPr lvl="8" algn="ctr" rtl="0">
              <a:lnSpc>
                <a:spcPct val="100000"/>
              </a:lnSpc>
              <a:spcBef>
                <a:spcPts val="1600"/>
              </a:spcBef>
              <a:spcAft>
                <a:spcPts val="1600"/>
              </a:spcAft>
              <a:buNone/>
              <a:defRPr sz="3000">
                <a:solidFill>
                  <a:schemeClr val="dk1"/>
                </a:solidFill>
              </a:defRPr>
            </a:lvl9pPr>
          </a:lstStyle>
          <a:p>
            <a:endParaRPr/>
          </a:p>
        </p:txBody>
      </p:sp>
      <p:sp>
        <p:nvSpPr>
          <p:cNvPr id="185" name="Google Shape;185;p15"/>
          <p:cNvSpPr txBox="1">
            <a:spLocks noGrp="1"/>
          </p:cNvSpPr>
          <p:nvPr>
            <p:ph type="subTitle" idx="2"/>
          </p:nvPr>
        </p:nvSpPr>
        <p:spPr>
          <a:xfrm flipH="1">
            <a:off x="4279125" y="3197125"/>
            <a:ext cx="3582300" cy="46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400" b="1">
                <a:solidFill>
                  <a:schemeClr val="accent1"/>
                </a:solidFill>
                <a:latin typeface="Quicksand"/>
                <a:ea typeface="Quicksand"/>
                <a:cs typeface="Quicksand"/>
                <a:sym typeface="Quicksand"/>
              </a:defRPr>
            </a:lvl1pPr>
            <a:lvl2pPr lvl="1" rtl="0">
              <a:lnSpc>
                <a:spcPct val="100000"/>
              </a:lnSpc>
              <a:spcBef>
                <a:spcPts val="0"/>
              </a:spcBef>
              <a:spcAft>
                <a:spcPts val="0"/>
              </a:spcAft>
              <a:buNone/>
              <a:defRPr sz="2400" b="1">
                <a:solidFill>
                  <a:schemeClr val="accent4"/>
                </a:solidFill>
                <a:latin typeface="Quicksand"/>
                <a:ea typeface="Quicksand"/>
                <a:cs typeface="Quicksand"/>
                <a:sym typeface="Quicksand"/>
              </a:defRPr>
            </a:lvl2pPr>
            <a:lvl3pPr lvl="2" rtl="0">
              <a:lnSpc>
                <a:spcPct val="100000"/>
              </a:lnSpc>
              <a:spcBef>
                <a:spcPts val="0"/>
              </a:spcBef>
              <a:spcAft>
                <a:spcPts val="0"/>
              </a:spcAft>
              <a:buNone/>
              <a:defRPr sz="2400" b="1">
                <a:solidFill>
                  <a:schemeClr val="accent4"/>
                </a:solidFill>
                <a:latin typeface="Quicksand"/>
                <a:ea typeface="Quicksand"/>
                <a:cs typeface="Quicksand"/>
                <a:sym typeface="Quicksand"/>
              </a:defRPr>
            </a:lvl3pPr>
            <a:lvl4pPr lvl="3" rtl="0">
              <a:lnSpc>
                <a:spcPct val="100000"/>
              </a:lnSpc>
              <a:spcBef>
                <a:spcPts val="0"/>
              </a:spcBef>
              <a:spcAft>
                <a:spcPts val="0"/>
              </a:spcAft>
              <a:buNone/>
              <a:defRPr sz="2400" b="1">
                <a:solidFill>
                  <a:schemeClr val="accent4"/>
                </a:solidFill>
                <a:latin typeface="Quicksand"/>
                <a:ea typeface="Quicksand"/>
                <a:cs typeface="Quicksand"/>
                <a:sym typeface="Quicksand"/>
              </a:defRPr>
            </a:lvl4pPr>
            <a:lvl5pPr lvl="4" rtl="0">
              <a:lnSpc>
                <a:spcPct val="100000"/>
              </a:lnSpc>
              <a:spcBef>
                <a:spcPts val="0"/>
              </a:spcBef>
              <a:spcAft>
                <a:spcPts val="0"/>
              </a:spcAft>
              <a:buNone/>
              <a:defRPr sz="2400" b="1">
                <a:solidFill>
                  <a:schemeClr val="accent4"/>
                </a:solidFill>
                <a:latin typeface="Quicksand"/>
                <a:ea typeface="Quicksand"/>
                <a:cs typeface="Quicksand"/>
                <a:sym typeface="Quicksand"/>
              </a:defRPr>
            </a:lvl5pPr>
            <a:lvl6pPr lvl="5" rtl="0">
              <a:lnSpc>
                <a:spcPct val="100000"/>
              </a:lnSpc>
              <a:spcBef>
                <a:spcPts val="0"/>
              </a:spcBef>
              <a:spcAft>
                <a:spcPts val="0"/>
              </a:spcAft>
              <a:buNone/>
              <a:defRPr sz="2400" b="1">
                <a:solidFill>
                  <a:schemeClr val="accent4"/>
                </a:solidFill>
                <a:latin typeface="Quicksand"/>
                <a:ea typeface="Quicksand"/>
                <a:cs typeface="Quicksand"/>
                <a:sym typeface="Quicksand"/>
              </a:defRPr>
            </a:lvl6pPr>
            <a:lvl7pPr lvl="6" rtl="0">
              <a:lnSpc>
                <a:spcPct val="100000"/>
              </a:lnSpc>
              <a:spcBef>
                <a:spcPts val="0"/>
              </a:spcBef>
              <a:spcAft>
                <a:spcPts val="0"/>
              </a:spcAft>
              <a:buNone/>
              <a:defRPr sz="2400" b="1">
                <a:solidFill>
                  <a:schemeClr val="accent4"/>
                </a:solidFill>
                <a:latin typeface="Quicksand"/>
                <a:ea typeface="Quicksand"/>
                <a:cs typeface="Quicksand"/>
                <a:sym typeface="Quicksand"/>
              </a:defRPr>
            </a:lvl7pPr>
            <a:lvl8pPr lvl="7" rtl="0">
              <a:lnSpc>
                <a:spcPct val="100000"/>
              </a:lnSpc>
              <a:spcBef>
                <a:spcPts val="0"/>
              </a:spcBef>
              <a:spcAft>
                <a:spcPts val="0"/>
              </a:spcAft>
              <a:buNone/>
              <a:defRPr sz="2400" b="1">
                <a:solidFill>
                  <a:schemeClr val="accent4"/>
                </a:solidFill>
                <a:latin typeface="Quicksand"/>
                <a:ea typeface="Quicksand"/>
                <a:cs typeface="Quicksand"/>
                <a:sym typeface="Quicksand"/>
              </a:defRPr>
            </a:lvl8pPr>
            <a:lvl9pPr lvl="8" rtl="0">
              <a:lnSpc>
                <a:spcPct val="100000"/>
              </a:lnSpc>
              <a:spcBef>
                <a:spcPts val="0"/>
              </a:spcBef>
              <a:spcAft>
                <a:spcPts val="0"/>
              </a:spcAft>
              <a:buNone/>
              <a:defRPr sz="2400" b="1">
                <a:solidFill>
                  <a:schemeClr val="accent4"/>
                </a:solidFill>
                <a:latin typeface="Quicksand"/>
                <a:ea typeface="Quicksand"/>
                <a:cs typeface="Quicksand"/>
                <a:sym typeface="Quicksand"/>
              </a:defRPr>
            </a:lvl9pPr>
          </a:lstStyle>
          <a:p>
            <a:endParaRPr/>
          </a:p>
        </p:txBody>
      </p:sp>
      <p:sp>
        <p:nvSpPr>
          <p:cNvPr id="186" name="Google Shape;186;p15"/>
          <p:cNvSpPr/>
          <p:nvPr/>
        </p:nvSpPr>
        <p:spPr>
          <a:xfrm>
            <a:off x="298700" y="71063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187" name="Google Shape;187;p15"/>
          <p:cNvSpPr/>
          <p:nvPr/>
        </p:nvSpPr>
        <p:spPr>
          <a:xfrm>
            <a:off x="1224988" y="32503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188" name="Google Shape;188;p15"/>
          <p:cNvSpPr/>
          <p:nvPr/>
        </p:nvSpPr>
        <p:spPr>
          <a:xfrm rot="7641468">
            <a:off x="1883461" y="769165"/>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5"/>
          <p:cNvSpPr/>
          <p:nvPr/>
        </p:nvSpPr>
        <p:spPr>
          <a:xfrm>
            <a:off x="7686575" y="4014913"/>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5"/>
          <p:cNvSpPr/>
          <p:nvPr/>
        </p:nvSpPr>
        <p:spPr>
          <a:xfrm>
            <a:off x="7483063" y="439518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191" name="Google Shape;191;p15"/>
          <p:cNvSpPr/>
          <p:nvPr/>
        </p:nvSpPr>
        <p:spPr>
          <a:xfrm>
            <a:off x="7069200" y="467051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192" name="Google Shape;192;p15"/>
          <p:cNvSpPr/>
          <p:nvPr/>
        </p:nvSpPr>
        <p:spPr>
          <a:xfrm>
            <a:off x="7383763" y="39137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193" name="Google Shape;193;p15"/>
          <p:cNvSpPr/>
          <p:nvPr/>
        </p:nvSpPr>
        <p:spPr>
          <a:xfrm rot="7641468">
            <a:off x="7933461" y="700003"/>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5"/>
          <p:cNvSpPr/>
          <p:nvPr/>
        </p:nvSpPr>
        <p:spPr>
          <a:xfrm>
            <a:off x="631613" y="414971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195" name="Google Shape;195;p15"/>
          <p:cNvSpPr/>
          <p:nvPr/>
        </p:nvSpPr>
        <p:spPr>
          <a:xfrm>
            <a:off x="422175" y="4444688"/>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CUSTOM_44">
    <p:spTree>
      <p:nvGrpSpPr>
        <p:cNvPr id="1" name="Shape 211"/>
        <p:cNvGrpSpPr/>
        <p:nvPr/>
      </p:nvGrpSpPr>
      <p:grpSpPr>
        <a:xfrm>
          <a:off x="0" y="0"/>
          <a:ext cx="0" cy="0"/>
          <a:chOff x="0" y="0"/>
          <a:chExt cx="0" cy="0"/>
        </a:xfrm>
      </p:grpSpPr>
      <p:sp>
        <p:nvSpPr>
          <p:cNvPr id="212" name="Google Shape;212;p17"/>
          <p:cNvSpPr txBox="1">
            <a:spLocks noGrp="1"/>
          </p:cNvSpPr>
          <p:nvPr>
            <p:ph type="subTitle" idx="1"/>
          </p:nvPr>
        </p:nvSpPr>
        <p:spPr>
          <a:xfrm flipH="1">
            <a:off x="796500" y="1289700"/>
            <a:ext cx="7551000" cy="2564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0000" b="1">
                <a:solidFill>
                  <a:schemeClr val="accent1"/>
                </a:solidFill>
                <a:latin typeface="Quicksand"/>
                <a:ea typeface="Quicksand"/>
                <a:cs typeface="Quicksand"/>
                <a:sym typeface="Quicksand"/>
              </a:defRPr>
            </a:lvl1pPr>
            <a:lvl2pPr lvl="1" algn="ctr" rtl="0">
              <a:lnSpc>
                <a:spcPct val="100000"/>
              </a:lnSpc>
              <a:spcBef>
                <a:spcPts val="0"/>
              </a:spcBef>
              <a:spcAft>
                <a:spcPts val="0"/>
              </a:spcAft>
              <a:buNone/>
              <a:defRPr sz="10000" b="1">
                <a:solidFill>
                  <a:schemeClr val="accent4"/>
                </a:solidFill>
                <a:latin typeface="Quicksand"/>
                <a:ea typeface="Quicksand"/>
                <a:cs typeface="Quicksand"/>
                <a:sym typeface="Quicksand"/>
              </a:defRPr>
            </a:lvl2pPr>
            <a:lvl3pPr lvl="2" algn="ctr" rtl="0">
              <a:lnSpc>
                <a:spcPct val="100000"/>
              </a:lnSpc>
              <a:spcBef>
                <a:spcPts val="0"/>
              </a:spcBef>
              <a:spcAft>
                <a:spcPts val="0"/>
              </a:spcAft>
              <a:buNone/>
              <a:defRPr sz="10000" b="1">
                <a:solidFill>
                  <a:schemeClr val="accent4"/>
                </a:solidFill>
                <a:latin typeface="Quicksand"/>
                <a:ea typeface="Quicksand"/>
                <a:cs typeface="Quicksand"/>
                <a:sym typeface="Quicksand"/>
              </a:defRPr>
            </a:lvl3pPr>
            <a:lvl4pPr lvl="3" algn="ctr" rtl="0">
              <a:lnSpc>
                <a:spcPct val="100000"/>
              </a:lnSpc>
              <a:spcBef>
                <a:spcPts val="0"/>
              </a:spcBef>
              <a:spcAft>
                <a:spcPts val="0"/>
              </a:spcAft>
              <a:buNone/>
              <a:defRPr sz="10000" b="1">
                <a:solidFill>
                  <a:schemeClr val="accent4"/>
                </a:solidFill>
                <a:latin typeface="Quicksand"/>
                <a:ea typeface="Quicksand"/>
                <a:cs typeface="Quicksand"/>
                <a:sym typeface="Quicksand"/>
              </a:defRPr>
            </a:lvl4pPr>
            <a:lvl5pPr lvl="4" algn="ctr" rtl="0">
              <a:lnSpc>
                <a:spcPct val="100000"/>
              </a:lnSpc>
              <a:spcBef>
                <a:spcPts val="0"/>
              </a:spcBef>
              <a:spcAft>
                <a:spcPts val="0"/>
              </a:spcAft>
              <a:buNone/>
              <a:defRPr sz="10000" b="1">
                <a:solidFill>
                  <a:schemeClr val="accent4"/>
                </a:solidFill>
                <a:latin typeface="Quicksand"/>
                <a:ea typeface="Quicksand"/>
                <a:cs typeface="Quicksand"/>
                <a:sym typeface="Quicksand"/>
              </a:defRPr>
            </a:lvl5pPr>
            <a:lvl6pPr lvl="5" algn="ctr" rtl="0">
              <a:lnSpc>
                <a:spcPct val="100000"/>
              </a:lnSpc>
              <a:spcBef>
                <a:spcPts val="0"/>
              </a:spcBef>
              <a:spcAft>
                <a:spcPts val="0"/>
              </a:spcAft>
              <a:buNone/>
              <a:defRPr sz="10000" b="1">
                <a:solidFill>
                  <a:schemeClr val="accent4"/>
                </a:solidFill>
                <a:latin typeface="Quicksand"/>
                <a:ea typeface="Quicksand"/>
                <a:cs typeface="Quicksand"/>
                <a:sym typeface="Quicksand"/>
              </a:defRPr>
            </a:lvl6pPr>
            <a:lvl7pPr lvl="6" algn="ctr" rtl="0">
              <a:lnSpc>
                <a:spcPct val="100000"/>
              </a:lnSpc>
              <a:spcBef>
                <a:spcPts val="0"/>
              </a:spcBef>
              <a:spcAft>
                <a:spcPts val="0"/>
              </a:spcAft>
              <a:buNone/>
              <a:defRPr sz="10000" b="1">
                <a:solidFill>
                  <a:schemeClr val="accent4"/>
                </a:solidFill>
                <a:latin typeface="Quicksand"/>
                <a:ea typeface="Quicksand"/>
                <a:cs typeface="Quicksand"/>
                <a:sym typeface="Quicksand"/>
              </a:defRPr>
            </a:lvl7pPr>
            <a:lvl8pPr lvl="7" algn="ctr" rtl="0">
              <a:lnSpc>
                <a:spcPct val="100000"/>
              </a:lnSpc>
              <a:spcBef>
                <a:spcPts val="0"/>
              </a:spcBef>
              <a:spcAft>
                <a:spcPts val="0"/>
              </a:spcAft>
              <a:buNone/>
              <a:defRPr sz="10000" b="1">
                <a:solidFill>
                  <a:schemeClr val="accent4"/>
                </a:solidFill>
                <a:latin typeface="Quicksand"/>
                <a:ea typeface="Quicksand"/>
                <a:cs typeface="Quicksand"/>
                <a:sym typeface="Quicksand"/>
              </a:defRPr>
            </a:lvl8pPr>
            <a:lvl9pPr lvl="8" algn="ctr" rtl="0">
              <a:lnSpc>
                <a:spcPct val="100000"/>
              </a:lnSpc>
              <a:spcBef>
                <a:spcPts val="0"/>
              </a:spcBef>
              <a:spcAft>
                <a:spcPts val="0"/>
              </a:spcAft>
              <a:buNone/>
              <a:defRPr sz="10000" b="1">
                <a:solidFill>
                  <a:schemeClr val="accent4"/>
                </a:solidFill>
                <a:latin typeface="Quicksand"/>
                <a:ea typeface="Quicksand"/>
                <a:cs typeface="Quicksand"/>
                <a:sym typeface="Quicksand"/>
              </a:defRPr>
            </a:lvl9pPr>
          </a:lstStyle>
          <a:p>
            <a:endParaRPr/>
          </a:p>
        </p:txBody>
      </p:sp>
      <p:sp>
        <p:nvSpPr>
          <p:cNvPr id="213" name="Google Shape;213;p17"/>
          <p:cNvSpPr/>
          <p:nvPr/>
        </p:nvSpPr>
        <p:spPr>
          <a:xfrm>
            <a:off x="7014625" y="-813717"/>
            <a:ext cx="1767600" cy="176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7"/>
          <p:cNvSpPr/>
          <p:nvPr/>
        </p:nvSpPr>
        <p:spPr>
          <a:xfrm>
            <a:off x="2044275" y="4600250"/>
            <a:ext cx="1458900" cy="145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7"/>
          <p:cNvSpPr/>
          <p:nvPr/>
        </p:nvSpPr>
        <p:spPr>
          <a:xfrm>
            <a:off x="6277150" y="4250325"/>
            <a:ext cx="2020800" cy="2019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7"/>
          <p:cNvSpPr/>
          <p:nvPr/>
        </p:nvSpPr>
        <p:spPr>
          <a:xfrm>
            <a:off x="409750" y="-1204400"/>
            <a:ext cx="1767600" cy="176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7"/>
          <p:cNvSpPr/>
          <p:nvPr/>
        </p:nvSpPr>
        <p:spPr>
          <a:xfrm>
            <a:off x="8113563" y="54323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218" name="Google Shape;218;p17"/>
          <p:cNvSpPr/>
          <p:nvPr/>
        </p:nvSpPr>
        <p:spPr>
          <a:xfrm>
            <a:off x="7566700" y="105373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219" name="Google Shape;219;p17"/>
          <p:cNvSpPr/>
          <p:nvPr/>
        </p:nvSpPr>
        <p:spPr>
          <a:xfrm>
            <a:off x="6124213" y="254625"/>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3"/>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7"/>
          <p:cNvSpPr/>
          <p:nvPr/>
        </p:nvSpPr>
        <p:spPr>
          <a:xfrm rot="-746471">
            <a:off x="2443666" y="3938816"/>
            <a:ext cx="259312" cy="226492"/>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7"/>
          <p:cNvSpPr/>
          <p:nvPr/>
        </p:nvSpPr>
        <p:spPr>
          <a:xfrm>
            <a:off x="156688" y="379533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222" name="Google Shape;222;p17"/>
          <p:cNvSpPr/>
          <p:nvPr/>
        </p:nvSpPr>
        <p:spPr>
          <a:xfrm>
            <a:off x="-257175" y="407066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223" name="Google Shape;223;p17"/>
          <p:cNvSpPr/>
          <p:nvPr/>
        </p:nvSpPr>
        <p:spPr>
          <a:xfrm rot="7641468">
            <a:off x="8384686" y="1816240"/>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7"/>
          <p:cNvSpPr/>
          <p:nvPr/>
        </p:nvSpPr>
        <p:spPr>
          <a:xfrm>
            <a:off x="7694826" y="446511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225" name="Google Shape;225;p17"/>
          <p:cNvSpPr/>
          <p:nvPr/>
        </p:nvSpPr>
        <p:spPr>
          <a:xfrm>
            <a:off x="908725" y="98101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226" name="Google Shape;226;p17"/>
          <p:cNvSpPr/>
          <p:nvPr/>
        </p:nvSpPr>
        <p:spPr>
          <a:xfrm>
            <a:off x="2807663" y="383625"/>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7"/>
          <p:cNvSpPr/>
          <p:nvPr/>
        </p:nvSpPr>
        <p:spPr>
          <a:xfrm>
            <a:off x="7806150" y="3898350"/>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1"/>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7"/>
          <p:cNvSpPr/>
          <p:nvPr/>
        </p:nvSpPr>
        <p:spPr>
          <a:xfrm rot="7641468">
            <a:off x="610361" y="1987690"/>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3">
  <p:cSld name="CUSTOM_23">
    <p:spTree>
      <p:nvGrpSpPr>
        <p:cNvPr id="1" name="Shape 391"/>
        <p:cNvGrpSpPr/>
        <p:nvPr/>
      </p:nvGrpSpPr>
      <p:grpSpPr>
        <a:xfrm>
          <a:off x="0" y="0"/>
          <a:ext cx="0" cy="0"/>
          <a:chOff x="0" y="0"/>
          <a:chExt cx="0" cy="0"/>
        </a:xfrm>
      </p:grpSpPr>
      <p:sp>
        <p:nvSpPr>
          <p:cNvPr id="392" name="Google Shape;392;p29"/>
          <p:cNvSpPr txBox="1">
            <a:spLocks noGrp="1"/>
          </p:cNvSpPr>
          <p:nvPr>
            <p:ph type="ctrTitle"/>
          </p:nvPr>
        </p:nvSpPr>
        <p:spPr>
          <a:xfrm>
            <a:off x="1187550" y="280714"/>
            <a:ext cx="67689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800"/>
              <a:buNone/>
              <a:defRPr sz="3600" b="1">
                <a:solidFill>
                  <a:schemeClr val="accent1"/>
                </a:solidFill>
                <a:latin typeface="Quicksand"/>
                <a:ea typeface="Quicksand"/>
                <a:cs typeface="Quicksand"/>
                <a:sym typeface="Quicksand"/>
              </a:defRPr>
            </a:lvl1pPr>
            <a:lvl2pPr lvl="1" algn="r" rtl="0">
              <a:spcBef>
                <a:spcPts val="0"/>
              </a:spcBef>
              <a:spcAft>
                <a:spcPts val="0"/>
              </a:spcAft>
              <a:buClr>
                <a:schemeClr val="accent1"/>
              </a:buClr>
              <a:buSzPts val="1800"/>
              <a:buNone/>
              <a:defRPr sz="1800">
                <a:solidFill>
                  <a:schemeClr val="accent1"/>
                </a:solidFill>
              </a:defRPr>
            </a:lvl2pPr>
            <a:lvl3pPr lvl="2" algn="r" rtl="0">
              <a:spcBef>
                <a:spcPts val="0"/>
              </a:spcBef>
              <a:spcAft>
                <a:spcPts val="0"/>
              </a:spcAft>
              <a:buClr>
                <a:schemeClr val="accent1"/>
              </a:buClr>
              <a:buSzPts val="1800"/>
              <a:buNone/>
              <a:defRPr sz="1800">
                <a:solidFill>
                  <a:schemeClr val="accent1"/>
                </a:solidFill>
              </a:defRPr>
            </a:lvl3pPr>
            <a:lvl4pPr lvl="3" algn="r" rtl="0">
              <a:spcBef>
                <a:spcPts val="0"/>
              </a:spcBef>
              <a:spcAft>
                <a:spcPts val="0"/>
              </a:spcAft>
              <a:buClr>
                <a:schemeClr val="accent1"/>
              </a:buClr>
              <a:buSzPts val="1800"/>
              <a:buNone/>
              <a:defRPr sz="1800">
                <a:solidFill>
                  <a:schemeClr val="accent1"/>
                </a:solidFill>
              </a:defRPr>
            </a:lvl4pPr>
            <a:lvl5pPr lvl="4" algn="r" rtl="0">
              <a:spcBef>
                <a:spcPts val="0"/>
              </a:spcBef>
              <a:spcAft>
                <a:spcPts val="0"/>
              </a:spcAft>
              <a:buClr>
                <a:schemeClr val="accent1"/>
              </a:buClr>
              <a:buSzPts val="1800"/>
              <a:buNone/>
              <a:defRPr sz="1800">
                <a:solidFill>
                  <a:schemeClr val="accent1"/>
                </a:solidFill>
              </a:defRPr>
            </a:lvl5pPr>
            <a:lvl6pPr lvl="5" algn="r" rtl="0">
              <a:spcBef>
                <a:spcPts val="0"/>
              </a:spcBef>
              <a:spcAft>
                <a:spcPts val="0"/>
              </a:spcAft>
              <a:buClr>
                <a:schemeClr val="accent1"/>
              </a:buClr>
              <a:buSzPts val="1800"/>
              <a:buNone/>
              <a:defRPr sz="1800">
                <a:solidFill>
                  <a:schemeClr val="accent1"/>
                </a:solidFill>
              </a:defRPr>
            </a:lvl6pPr>
            <a:lvl7pPr lvl="6" algn="r" rtl="0">
              <a:spcBef>
                <a:spcPts val="0"/>
              </a:spcBef>
              <a:spcAft>
                <a:spcPts val="0"/>
              </a:spcAft>
              <a:buClr>
                <a:schemeClr val="accent1"/>
              </a:buClr>
              <a:buSzPts val="1800"/>
              <a:buNone/>
              <a:defRPr sz="1800">
                <a:solidFill>
                  <a:schemeClr val="accent1"/>
                </a:solidFill>
              </a:defRPr>
            </a:lvl7pPr>
            <a:lvl8pPr lvl="7" algn="r" rtl="0">
              <a:spcBef>
                <a:spcPts val="0"/>
              </a:spcBef>
              <a:spcAft>
                <a:spcPts val="0"/>
              </a:spcAft>
              <a:buClr>
                <a:schemeClr val="accent1"/>
              </a:buClr>
              <a:buSzPts val="1800"/>
              <a:buNone/>
              <a:defRPr sz="1800">
                <a:solidFill>
                  <a:schemeClr val="accent1"/>
                </a:solidFill>
              </a:defRPr>
            </a:lvl8pPr>
            <a:lvl9pPr lvl="8" algn="r" rtl="0">
              <a:spcBef>
                <a:spcPts val="0"/>
              </a:spcBef>
              <a:spcAft>
                <a:spcPts val="0"/>
              </a:spcAft>
              <a:buClr>
                <a:schemeClr val="accent1"/>
              </a:buClr>
              <a:buSzPts val="1800"/>
              <a:buNone/>
              <a:defRPr sz="1800">
                <a:solidFill>
                  <a:schemeClr val="accent1"/>
                </a:solidFill>
              </a:defRPr>
            </a:lvl9pPr>
          </a:lstStyle>
          <a:p>
            <a:endParaRPr/>
          </a:p>
        </p:txBody>
      </p:sp>
      <p:sp>
        <p:nvSpPr>
          <p:cNvPr id="393" name="Google Shape;393;p29"/>
          <p:cNvSpPr txBox="1">
            <a:spLocks noGrp="1"/>
          </p:cNvSpPr>
          <p:nvPr>
            <p:ph type="ctrTitle" idx="2"/>
          </p:nvPr>
        </p:nvSpPr>
        <p:spPr>
          <a:xfrm>
            <a:off x="731800" y="2091838"/>
            <a:ext cx="1920000" cy="393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1200"/>
              <a:buNone/>
              <a:defRPr sz="2400" b="1">
                <a:solidFill>
                  <a:schemeClr val="accent1"/>
                </a:solidFill>
              </a:defRPr>
            </a:lvl1pPr>
            <a:lvl2pPr lvl="1" algn="ctr" rtl="0">
              <a:spcBef>
                <a:spcPts val="0"/>
              </a:spcBef>
              <a:spcAft>
                <a:spcPts val="0"/>
              </a:spcAft>
              <a:buClr>
                <a:srgbClr val="000000"/>
              </a:buClr>
              <a:buSzPts val="1200"/>
              <a:buNone/>
              <a:defRPr sz="1200">
                <a:solidFill>
                  <a:srgbClr val="000000"/>
                </a:solidFill>
              </a:defRPr>
            </a:lvl2pPr>
            <a:lvl3pPr lvl="2" algn="ctr" rtl="0">
              <a:spcBef>
                <a:spcPts val="0"/>
              </a:spcBef>
              <a:spcAft>
                <a:spcPts val="0"/>
              </a:spcAft>
              <a:buClr>
                <a:srgbClr val="000000"/>
              </a:buClr>
              <a:buSzPts val="1200"/>
              <a:buNone/>
              <a:defRPr sz="1200">
                <a:solidFill>
                  <a:srgbClr val="000000"/>
                </a:solidFill>
              </a:defRPr>
            </a:lvl3pPr>
            <a:lvl4pPr lvl="3" algn="ctr" rtl="0">
              <a:spcBef>
                <a:spcPts val="0"/>
              </a:spcBef>
              <a:spcAft>
                <a:spcPts val="0"/>
              </a:spcAft>
              <a:buClr>
                <a:srgbClr val="000000"/>
              </a:buClr>
              <a:buSzPts val="1200"/>
              <a:buNone/>
              <a:defRPr sz="1200">
                <a:solidFill>
                  <a:srgbClr val="000000"/>
                </a:solidFill>
              </a:defRPr>
            </a:lvl4pPr>
            <a:lvl5pPr lvl="4" algn="ctr" rtl="0">
              <a:spcBef>
                <a:spcPts val="0"/>
              </a:spcBef>
              <a:spcAft>
                <a:spcPts val="0"/>
              </a:spcAft>
              <a:buClr>
                <a:srgbClr val="000000"/>
              </a:buClr>
              <a:buSzPts val="1200"/>
              <a:buNone/>
              <a:defRPr sz="1200">
                <a:solidFill>
                  <a:srgbClr val="000000"/>
                </a:solidFill>
              </a:defRPr>
            </a:lvl5pPr>
            <a:lvl6pPr lvl="5" algn="ctr" rtl="0">
              <a:spcBef>
                <a:spcPts val="0"/>
              </a:spcBef>
              <a:spcAft>
                <a:spcPts val="0"/>
              </a:spcAft>
              <a:buClr>
                <a:srgbClr val="000000"/>
              </a:buClr>
              <a:buSzPts val="1200"/>
              <a:buNone/>
              <a:defRPr sz="1200">
                <a:solidFill>
                  <a:srgbClr val="000000"/>
                </a:solidFill>
              </a:defRPr>
            </a:lvl6pPr>
            <a:lvl7pPr lvl="6" algn="ctr" rtl="0">
              <a:spcBef>
                <a:spcPts val="0"/>
              </a:spcBef>
              <a:spcAft>
                <a:spcPts val="0"/>
              </a:spcAft>
              <a:buClr>
                <a:srgbClr val="000000"/>
              </a:buClr>
              <a:buSzPts val="1200"/>
              <a:buNone/>
              <a:defRPr sz="1200">
                <a:solidFill>
                  <a:srgbClr val="000000"/>
                </a:solidFill>
              </a:defRPr>
            </a:lvl7pPr>
            <a:lvl8pPr lvl="7" algn="ctr" rtl="0">
              <a:spcBef>
                <a:spcPts val="0"/>
              </a:spcBef>
              <a:spcAft>
                <a:spcPts val="0"/>
              </a:spcAft>
              <a:buClr>
                <a:srgbClr val="000000"/>
              </a:buClr>
              <a:buSzPts val="1200"/>
              <a:buNone/>
              <a:defRPr sz="1200">
                <a:solidFill>
                  <a:srgbClr val="000000"/>
                </a:solidFill>
              </a:defRPr>
            </a:lvl8pPr>
            <a:lvl9pPr lvl="8" algn="ctr" rtl="0">
              <a:spcBef>
                <a:spcPts val="0"/>
              </a:spcBef>
              <a:spcAft>
                <a:spcPts val="0"/>
              </a:spcAft>
              <a:buClr>
                <a:srgbClr val="000000"/>
              </a:buClr>
              <a:buSzPts val="1200"/>
              <a:buNone/>
              <a:defRPr sz="1200">
                <a:solidFill>
                  <a:srgbClr val="000000"/>
                </a:solidFill>
              </a:defRPr>
            </a:lvl9pPr>
          </a:lstStyle>
          <a:p>
            <a:endParaRPr/>
          </a:p>
        </p:txBody>
      </p:sp>
      <p:sp>
        <p:nvSpPr>
          <p:cNvPr id="394" name="Google Shape;394;p29"/>
          <p:cNvSpPr txBox="1">
            <a:spLocks noGrp="1"/>
          </p:cNvSpPr>
          <p:nvPr>
            <p:ph type="subTitle" idx="1"/>
          </p:nvPr>
        </p:nvSpPr>
        <p:spPr>
          <a:xfrm>
            <a:off x="731888" y="2485238"/>
            <a:ext cx="1920000" cy="49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400">
                <a:solidFill>
                  <a:schemeClr val="dk1"/>
                </a:solidFill>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95" name="Google Shape;395;p29"/>
          <p:cNvSpPr txBox="1">
            <a:spLocks noGrp="1"/>
          </p:cNvSpPr>
          <p:nvPr>
            <p:ph type="ctrTitle" idx="3"/>
          </p:nvPr>
        </p:nvSpPr>
        <p:spPr>
          <a:xfrm>
            <a:off x="2651950" y="3158438"/>
            <a:ext cx="1920000" cy="393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1200"/>
              <a:buNone/>
              <a:defRPr sz="2400" b="1">
                <a:solidFill>
                  <a:schemeClr val="accent1"/>
                </a:solidFill>
              </a:defRPr>
            </a:lvl1pPr>
            <a:lvl2pPr lvl="1" algn="ctr" rtl="0">
              <a:spcBef>
                <a:spcPts val="0"/>
              </a:spcBef>
              <a:spcAft>
                <a:spcPts val="0"/>
              </a:spcAft>
              <a:buClr>
                <a:srgbClr val="000000"/>
              </a:buClr>
              <a:buSzPts val="1200"/>
              <a:buNone/>
              <a:defRPr sz="1200">
                <a:solidFill>
                  <a:srgbClr val="000000"/>
                </a:solidFill>
              </a:defRPr>
            </a:lvl2pPr>
            <a:lvl3pPr lvl="2" algn="ctr" rtl="0">
              <a:spcBef>
                <a:spcPts val="0"/>
              </a:spcBef>
              <a:spcAft>
                <a:spcPts val="0"/>
              </a:spcAft>
              <a:buClr>
                <a:srgbClr val="000000"/>
              </a:buClr>
              <a:buSzPts val="1200"/>
              <a:buNone/>
              <a:defRPr sz="1200">
                <a:solidFill>
                  <a:srgbClr val="000000"/>
                </a:solidFill>
              </a:defRPr>
            </a:lvl3pPr>
            <a:lvl4pPr lvl="3" algn="ctr" rtl="0">
              <a:spcBef>
                <a:spcPts val="0"/>
              </a:spcBef>
              <a:spcAft>
                <a:spcPts val="0"/>
              </a:spcAft>
              <a:buClr>
                <a:srgbClr val="000000"/>
              </a:buClr>
              <a:buSzPts val="1200"/>
              <a:buNone/>
              <a:defRPr sz="1200">
                <a:solidFill>
                  <a:srgbClr val="000000"/>
                </a:solidFill>
              </a:defRPr>
            </a:lvl4pPr>
            <a:lvl5pPr lvl="4" algn="ctr" rtl="0">
              <a:spcBef>
                <a:spcPts val="0"/>
              </a:spcBef>
              <a:spcAft>
                <a:spcPts val="0"/>
              </a:spcAft>
              <a:buClr>
                <a:srgbClr val="000000"/>
              </a:buClr>
              <a:buSzPts val="1200"/>
              <a:buNone/>
              <a:defRPr sz="1200">
                <a:solidFill>
                  <a:srgbClr val="000000"/>
                </a:solidFill>
              </a:defRPr>
            </a:lvl5pPr>
            <a:lvl6pPr lvl="5" algn="ctr" rtl="0">
              <a:spcBef>
                <a:spcPts val="0"/>
              </a:spcBef>
              <a:spcAft>
                <a:spcPts val="0"/>
              </a:spcAft>
              <a:buClr>
                <a:srgbClr val="000000"/>
              </a:buClr>
              <a:buSzPts val="1200"/>
              <a:buNone/>
              <a:defRPr sz="1200">
                <a:solidFill>
                  <a:srgbClr val="000000"/>
                </a:solidFill>
              </a:defRPr>
            </a:lvl6pPr>
            <a:lvl7pPr lvl="6" algn="ctr" rtl="0">
              <a:spcBef>
                <a:spcPts val="0"/>
              </a:spcBef>
              <a:spcAft>
                <a:spcPts val="0"/>
              </a:spcAft>
              <a:buClr>
                <a:srgbClr val="000000"/>
              </a:buClr>
              <a:buSzPts val="1200"/>
              <a:buNone/>
              <a:defRPr sz="1200">
                <a:solidFill>
                  <a:srgbClr val="000000"/>
                </a:solidFill>
              </a:defRPr>
            </a:lvl7pPr>
            <a:lvl8pPr lvl="7" algn="ctr" rtl="0">
              <a:spcBef>
                <a:spcPts val="0"/>
              </a:spcBef>
              <a:spcAft>
                <a:spcPts val="0"/>
              </a:spcAft>
              <a:buClr>
                <a:srgbClr val="000000"/>
              </a:buClr>
              <a:buSzPts val="1200"/>
              <a:buNone/>
              <a:defRPr sz="1200">
                <a:solidFill>
                  <a:srgbClr val="000000"/>
                </a:solidFill>
              </a:defRPr>
            </a:lvl8pPr>
            <a:lvl9pPr lvl="8" algn="ctr" rtl="0">
              <a:spcBef>
                <a:spcPts val="0"/>
              </a:spcBef>
              <a:spcAft>
                <a:spcPts val="0"/>
              </a:spcAft>
              <a:buClr>
                <a:srgbClr val="000000"/>
              </a:buClr>
              <a:buSzPts val="1200"/>
              <a:buNone/>
              <a:defRPr sz="1200">
                <a:solidFill>
                  <a:srgbClr val="000000"/>
                </a:solidFill>
              </a:defRPr>
            </a:lvl9pPr>
          </a:lstStyle>
          <a:p>
            <a:endParaRPr/>
          </a:p>
        </p:txBody>
      </p:sp>
      <p:sp>
        <p:nvSpPr>
          <p:cNvPr id="396" name="Google Shape;396;p29"/>
          <p:cNvSpPr txBox="1">
            <a:spLocks noGrp="1"/>
          </p:cNvSpPr>
          <p:nvPr>
            <p:ph type="subTitle" idx="4"/>
          </p:nvPr>
        </p:nvSpPr>
        <p:spPr>
          <a:xfrm>
            <a:off x="2652038" y="3551838"/>
            <a:ext cx="1920000" cy="49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400">
                <a:solidFill>
                  <a:schemeClr val="dk1"/>
                </a:solidFill>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97" name="Google Shape;397;p29"/>
          <p:cNvSpPr txBox="1">
            <a:spLocks noGrp="1"/>
          </p:cNvSpPr>
          <p:nvPr>
            <p:ph type="ctrTitle" idx="5"/>
          </p:nvPr>
        </p:nvSpPr>
        <p:spPr>
          <a:xfrm>
            <a:off x="4572023" y="2091738"/>
            <a:ext cx="1920000" cy="393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1200"/>
              <a:buNone/>
              <a:defRPr sz="2400" b="1">
                <a:solidFill>
                  <a:schemeClr val="accent1"/>
                </a:solidFill>
              </a:defRPr>
            </a:lvl1pPr>
            <a:lvl2pPr lvl="1" algn="ctr" rtl="0">
              <a:spcBef>
                <a:spcPts val="0"/>
              </a:spcBef>
              <a:spcAft>
                <a:spcPts val="0"/>
              </a:spcAft>
              <a:buClr>
                <a:srgbClr val="000000"/>
              </a:buClr>
              <a:buSzPts val="1200"/>
              <a:buNone/>
              <a:defRPr sz="1200">
                <a:solidFill>
                  <a:srgbClr val="000000"/>
                </a:solidFill>
              </a:defRPr>
            </a:lvl2pPr>
            <a:lvl3pPr lvl="2" algn="ctr" rtl="0">
              <a:spcBef>
                <a:spcPts val="0"/>
              </a:spcBef>
              <a:spcAft>
                <a:spcPts val="0"/>
              </a:spcAft>
              <a:buClr>
                <a:srgbClr val="000000"/>
              </a:buClr>
              <a:buSzPts val="1200"/>
              <a:buNone/>
              <a:defRPr sz="1200">
                <a:solidFill>
                  <a:srgbClr val="000000"/>
                </a:solidFill>
              </a:defRPr>
            </a:lvl3pPr>
            <a:lvl4pPr lvl="3" algn="ctr" rtl="0">
              <a:spcBef>
                <a:spcPts val="0"/>
              </a:spcBef>
              <a:spcAft>
                <a:spcPts val="0"/>
              </a:spcAft>
              <a:buClr>
                <a:srgbClr val="000000"/>
              </a:buClr>
              <a:buSzPts val="1200"/>
              <a:buNone/>
              <a:defRPr sz="1200">
                <a:solidFill>
                  <a:srgbClr val="000000"/>
                </a:solidFill>
              </a:defRPr>
            </a:lvl4pPr>
            <a:lvl5pPr lvl="4" algn="ctr" rtl="0">
              <a:spcBef>
                <a:spcPts val="0"/>
              </a:spcBef>
              <a:spcAft>
                <a:spcPts val="0"/>
              </a:spcAft>
              <a:buClr>
                <a:srgbClr val="000000"/>
              </a:buClr>
              <a:buSzPts val="1200"/>
              <a:buNone/>
              <a:defRPr sz="1200">
                <a:solidFill>
                  <a:srgbClr val="000000"/>
                </a:solidFill>
              </a:defRPr>
            </a:lvl5pPr>
            <a:lvl6pPr lvl="5" algn="ctr" rtl="0">
              <a:spcBef>
                <a:spcPts val="0"/>
              </a:spcBef>
              <a:spcAft>
                <a:spcPts val="0"/>
              </a:spcAft>
              <a:buClr>
                <a:srgbClr val="000000"/>
              </a:buClr>
              <a:buSzPts val="1200"/>
              <a:buNone/>
              <a:defRPr sz="1200">
                <a:solidFill>
                  <a:srgbClr val="000000"/>
                </a:solidFill>
              </a:defRPr>
            </a:lvl6pPr>
            <a:lvl7pPr lvl="6" algn="ctr" rtl="0">
              <a:spcBef>
                <a:spcPts val="0"/>
              </a:spcBef>
              <a:spcAft>
                <a:spcPts val="0"/>
              </a:spcAft>
              <a:buClr>
                <a:srgbClr val="000000"/>
              </a:buClr>
              <a:buSzPts val="1200"/>
              <a:buNone/>
              <a:defRPr sz="1200">
                <a:solidFill>
                  <a:srgbClr val="000000"/>
                </a:solidFill>
              </a:defRPr>
            </a:lvl7pPr>
            <a:lvl8pPr lvl="7" algn="ctr" rtl="0">
              <a:spcBef>
                <a:spcPts val="0"/>
              </a:spcBef>
              <a:spcAft>
                <a:spcPts val="0"/>
              </a:spcAft>
              <a:buClr>
                <a:srgbClr val="000000"/>
              </a:buClr>
              <a:buSzPts val="1200"/>
              <a:buNone/>
              <a:defRPr sz="1200">
                <a:solidFill>
                  <a:srgbClr val="000000"/>
                </a:solidFill>
              </a:defRPr>
            </a:lvl8pPr>
            <a:lvl9pPr lvl="8" algn="ctr" rtl="0">
              <a:spcBef>
                <a:spcPts val="0"/>
              </a:spcBef>
              <a:spcAft>
                <a:spcPts val="0"/>
              </a:spcAft>
              <a:buClr>
                <a:srgbClr val="000000"/>
              </a:buClr>
              <a:buSzPts val="1200"/>
              <a:buNone/>
              <a:defRPr sz="1200">
                <a:solidFill>
                  <a:srgbClr val="000000"/>
                </a:solidFill>
              </a:defRPr>
            </a:lvl9pPr>
          </a:lstStyle>
          <a:p>
            <a:endParaRPr/>
          </a:p>
        </p:txBody>
      </p:sp>
      <p:sp>
        <p:nvSpPr>
          <p:cNvPr id="398" name="Google Shape;398;p29"/>
          <p:cNvSpPr txBox="1">
            <a:spLocks noGrp="1"/>
          </p:cNvSpPr>
          <p:nvPr>
            <p:ph type="subTitle" idx="6"/>
          </p:nvPr>
        </p:nvSpPr>
        <p:spPr>
          <a:xfrm>
            <a:off x="4572113" y="2485138"/>
            <a:ext cx="1920000" cy="49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400">
                <a:solidFill>
                  <a:schemeClr val="dk1"/>
                </a:solidFill>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399" name="Google Shape;399;p29"/>
          <p:cNvSpPr txBox="1">
            <a:spLocks noGrp="1"/>
          </p:cNvSpPr>
          <p:nvPr>
            <p:ph type="ctrTitle" idx="7"/>
          </p:nvPr>
        </p:nvSpPr>
        <p:spPr>
          <a:xfrm>
            <a:off x="6492095" y="3158338"/>
            <a:ext cx="1920000" cy="393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1200"/>
              <a:buNone/>
              <a:defRPr sz="2400" b="1">
                <a:solidFill>
                  <a:schemeClr val="accent1"/>
                </a:solidFill>
              </a:defRPr>
            </a:lvl1pPr>
            <a:lvl2pPr lvl="1" algn="ctr" rtl="0">
              <a:spcBef>
                <a:spcPts val="0"/>
              </a:spcBef>
              <a:spcAft>
                <a:spcPts val="0"/>
              </a:spcAft>
              <a:buClr>
                <a:srgbClr val="000000"/>
              </a:buClr>
              <a:buSzPts val="1200"/>
              <a:buNone/>
              <a:defRPr sz="1200">
                <a:solidFill>
                  <a:srgbClr val="000000"/>
                </a:solidFill>
              </a:defRPr>
            </a:lvl2pPr>
            <a:lvl3pPr lvl="2" algn="ctr" rtl="0">
              <a:spcBef>
                <a:spcPts val="0"/>
              </a:spcBef>
              <a:spcAft>
                <a:spcPts val="0"/>
              </a:spcAft>
              <a:buClr>
                <a:srgbClr val="000000"/>
              </a:buClr>
              <a:buSzPts val="1200"/>
              <a:buNone/>
              <a:defRPr sz="1200">
                <a:solidFill>
                  <a:srgbClr val="000000"/>
                </a:solidFill>
              </a:defRPr>
            </a:lvl3pPr>
            <a:lvl4pPr lvl="3" algn="ctr" rtl="0">
              <a:spcBef>
                <a:spcPts val="0"/>
              </a:spcBef>
              <a:spcAft>
                <a:spcPts val="0"/>
              </a:spcAft>
              <a:buClr>
                <a:srgbClr val="000000"/>
              </a:buClr>
              <a:buSzPts val="1200"/>
              <a:buNone/>
              <a:defRPr sz="1200">
                <a:solidFill>
                  <a:srgbClr val="000000"/>
                </a:solidFill>
              </a:defRPr>
            </a:lvl4pPr>
            <a:lvl5pPr lvl="4" algn="ctr" rtl="0">
              <a:spcBef>
                <a:spcPts val="0"/>
              </a:spcBef>
              <a:spcAft>
                <a:spcPts val="0"/>
              </a:spcAft>
              <a:buClr>
                <a:srgbClr val="000000"/>
              </a:buClr>
              <a:buSzPts val="1200"/>
              <a:buNone/>
              <a:defRPr sz="1200">
                <a:solidFill>
                  <a:srgbClr val="000000"/>
                </a:solidFill>
              </a:defRPr>
            </a:lvl5pPr>
            <a:lvl6pPr lvl="5" algn="ctr" rtl="0">
              <a:spcBef>
                <a:spcPts val="0"/>
              </a:spcBef>
              <a:spcAft>
                <a:spcPts val="0"/>
              </a:spcAft>
              <a:buClr>
                <a:srgbClr val="000000"/>
              </a:buClr>
              <a:buSzPts val="1200"/>
              <a:buNone/>
              <a:defRPr sz="1200">
                <a:solidFill>
                  <a:srgbClr val="000000"/>
                </a:solidFill>
              </a:defRPr>
            </a:lvl6pPr>
            <a:lvl7pPr lvl="6" algn="ctr" rtl="0">
              <a:spcBef>
                <a:spcPts val="0"/>
              </a:spcBef>
              <a:spcAft>
                <a:spcPts val="0"/>
              </a:spcAft>
              <a:buClr>
                <a:srgbClr val="000000"/>
              </a:buClr>
              <a:buSzPts val="1200"/>
              <a:buNone/>
              <a:defRPr sz="1200">
                <a:solidFill>
                  <a:srgbClr val="000000"/>
                </a:solidFill>
              </a:defRPr>
            </a:lvl7pPr>
            <a:lvl8pPr lvl="7" algn="ctr" rtl="0">
              <a:spcBef>
                <a:spcPts val="0"/>
              </a:spcBef>
              <a:spcAft>
                <a:spcPts val="0"/>
              </a:spcAft>
              <a:buClr>
                <a:srgbClr val="000000"/>
              </a:buClr>
              <a:buSzPts val="1200"/>
              <a:buNone/>
              <a:defRPr sz="1200">
                <a:solidFill>
                  <a:srgbClr val="000000"/>
                </a:solidFill>
              </a:defRPr>
            </a:lvl8pPr>
            <a:lvl9pPr lvl="8" algn="ctr" rtl="0">
              <a:spcBef>
                <a:spcPts val="0"/>
              </a:spcBef>
              <a:spcAft>
                <a:spcPts val="0"/>
              </a:spcAft>
              <a:buClr>
                <a:srgbClr val="000000"/>
              </a:buClr>
              <a:buSzPts val="1200"/>
              <a:buNone/>
              <a:defRPr sz="1200">
                <a:solidFill>
                  <a:srgbClr val="000000"/>
                </a:solidFill>
              </a:defRPr>
            </a:lvl9pPr>
          </a:lstStyle>
          <a:p>
            <a:endParaRPr/>
          </a:p>
        </p:txBody>
      </p:sp>
      <p:sp>
        <p:nvSpPr>
          <p:cNvPr id="400" name="Google Shape;400;p29"/>
          <p:cNvSpPr txBox="1">
            <a:spLocks noGrp="1"/>
          </p:cNvSpPr>
          <p:nvPr>
            <p:ph type="subTitle" idx="8"/>
          </p:nvPr>
        </p:nvSpPr>
        <p:spPr>
          <a:xfrm>
            <a:off x="6492188" y="3551738"/>
            <a:ext cx="1920000" cy="49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000"/>
              <a:buNone/>
              <a:defRPr sz="1400">
                <a:solidFill>
                  <a:schemeClr val="dk1"/>
                </a:solidFill>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401" name="Google Shape;401;p29"/>
          <p:cNvSpPr/>
          <p:nvPr/>
        </p:nvSpPr>
        <p:spPr>
          <a:xfrm flipH="1">
            <a:off x="7738650" y="764487"/>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402" name="Google Shape;402;p29"/>
          <p:cNvSpPr/>
          <p:nvPr/>
        </p:nvSpPr>
        <p:spPr>
          <a:xfrm rot="-7641468" flipH="1">
            <a:off x="8419253" y="235628"/>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9"/>
          <p:cNvSpPr/>
          <p:nvPr/>
        </p:nvSpPr>
        <p:spPr>
          <a:xfrm flipH="1">
            <a:off x="356247" y="4400588"/>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9"/>
          <p:cNvSpPr/>
          <p:nvPr/>
        </p:nvSpPr>
        <p:spPr>
          <a:xfrm flipH="1">
            <a:off x="-164137" y="477467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405" name="Google Shape;405;p29"/>
          <p:cNvSpPr/>
          <p:nvPr/>
        </p:nvSpPr>
        <p:spPr>
          <a:xfrm rot="-2700000" flipH="1">
            <a:off x="1100797" y="4935412"/>
            <a:ext cx="314697" cy="129599"/>
          </a:xfrm>
          <a:custGeom>
            <a:avLst/>
            <a:gdLst/>
            <a:ahLst/>
            <a:cxnLst/>
            <a:rect l="l" t="t" r="r" b="b"/>
            <a:pathLst>
              <a:path w="12588" h="5184" fill="none" extrusionOk="0">
                <a:moveTo>
                  <a:pt x="12588" y="0"/>
                </a:moveTo>
                <a:lnTo>
                  <a:pt x="0" y="5183"/>
                </a:lnTo>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9"/>
          <p:cNvSpPr/>
          <p:nvPr/>
        </p:nvSpPr>
        <p:spPr>
          <a:xfrm rot="-7641468" flipH="1">
            <a:off x="380291" y="339253"/>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9"/>
          <p:cNvSpPr/>
          <p:nvPr/>
        </p:nvSpPr>
        <p:spPr>
          <a:xfrm rot="-2700000" flipH="1">
            <a:off x="304072" y="716587"/>
            <a:ext cx="314697" cy="129599"/>
          </a:xfrm>
          <a:custGeom>
            <a:avLst/>
            <a:gdLst/>
            <a:ahLst/>
            <a:cxnLst/>
            <a:rect l="l" t="t" r="r" b="b"/>
            <a:pathLst>
              <a:path w="12588" h="5184" fill="none" extrusionOk="0">
                <a:moveTo>
                  <a:pt x="12588" y="0"/>
                </a:moveTo>
                <a:lnTo>
                  <a:pt x="0" y="5183"/>
                </a:lnTo>
              </a:path>
            </a:pathLst>
          </a:cu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9"/>
          <p:cNvSpPr/>
          <p:nvPr/>
        </p:nvSpPr>
        <p:spPr>
          <a:xfrm>
            <a:off x="8561463" y="4774675"/>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solidFill>
            <a:schemeClr val="accent2"/>
          </a:solidFill>
          <a:ln w="28575" cap="flat" cmpd="sng">
            <a:solidFill>
              <a:schemeClr val="accent1"/>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9"/>
          <p:cNvSpPr/>
          <p:nvPr/>
        </p:nvSpPr>
        <p:spPr>
          <a:xfrm>
            <a:off x="7707400" y="448513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_31">
    <p:spTree>
      <p:nvGrpSpPr>
        <p:cNvPr id="1" name="Shape 649"/>
        <p:cNvGrpSpPr/>
        <p:nvPr/>
      </p:nvGrpSpPr>
      <p:grpSpPr>
        <a:xfrm>
          <a:off x="0" y="0"/>
          <a:ext cx="0" cy="0"/>
          <a:chOff x="0" y="0"/>
          <a:chExt cx="0" cy="0"/>
        </a:xfrm>
      </p:grpSpPr>
      <p:sp>
        <p:nvSpPr>
          <p:cNvPr id="650" name="Google Shape;650;p44"/>
          <p:cNvSpPr txBox="1">
            <a:spLocks noGrp="1"/>
          </p:cNvSpPr>
          <p:nvPr>
            <p:ph type="body" idx="1"/>
          </p:nvPr>
        </p:nvSpPr>
        <p:spPr>
          <a:xfrm>
            <a:off x="586000" y="1169075"/>
            <a:ext cx="7867500" cy="3437400"/>
          </a:xfrm>
          <a:prstGeom prst="rect">
            <a:avLst/>
          </a:prstGeom>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chemeClr val="accent1"/>
              </a:buClr>
              <a:buSzPts val="1200"/>
              <a:buFont typeface="Nunito Sans SemiBold"/>
              <a:buChar char="●"/>
              <a:defRPr sz="1300">
                <a:solidFill>
                  <a:schemeClr val="dk1"/>
                </a:solidFill>
              </a:defRPr>
            </a:lvl1pPr>
            <a:lvl2pPr marL="914400" lvl="1" indent="-304800" rtl="0">
              <a:lnSpc>
                <a:spcPct val="100000"/>
              </a:lnSpc>
              <a:spcBef>
                <a:spcPts val="1600"/>
              </a:spcBef>
              <a:spcAft>
                <a:spcPts val="0"/>
              </a:spcAft>
              <a:buClr>
                <a:srgbClr val="434343"/>
              </a:buClr>
              <a:buSzPts val="1200"/>
              <a:buFont typeface="Roboto Condensed Light"/>
              <a:buChar char="○"/>
              <a:defRPr sz="1200">
                <a:solidFill>
                  <a:schemeClr val="dk1"/>
                </a:solidFill>
              </a:defRPr>
            </a:lvl2pPr>
            <a:lvl3pPr marL="1371600" lvl="2" indent="-304800" rtl="0">
              <a:lnSpc>
                <a:spcPct val="100000"/>
              </a:lnSpc>
              <a:spcBef>
                <a:spcPts val="1600"/>
              </a:spcBef>
              <a:spcAft>
                <a:spcPts val="0"/>
              </a:spcAft>
              <a:buClr>
                <a:srgbClr val="434343"/>
              </a:buClr>
              <a:buSzPts val="1200"/>
              <a:buFont typeface="Roboto Condensed Light"/>
              <a:buChar char="■"/>
              <a:defRPr sz="1200">
                <a:solidFill>
                  <a:schemeClr val="dk1"/>
                </a:solidFill>
              </a:defRPr>
            </a:lvl3pPr>
            <a:lvl4pPr marL="1828800" lvl="3" indent="-304800" rtl="0">
              <a:lnSpc>
                <a:spcPct val="100000"/>
              </a:lnSpc>
              <a:spcBef>
                <a:spcPts val="1600"/>
              </a:spcBef>
              <a:spcAft>
                <a:spcPts val="0"/>
              </a:spcAft>
              <a:buClr>
                <a:srgbClr val="434343"/>
              </a:buClr>
              <a:buSzPts val="1200"/>
              <a:buFont typeface="Roboto Condensed Light"/>
              <a:buChar char="●"/>
              <a:defRPr sz="1200">
                <a:solidFill>
                  <a:schemeClr val="dk1"/>
                </a:solidFill>
              </a:defRPr>
            </a:lvl4pPr>
            <a:lvl5pPr marL="2286000" lvl="4" indent="-304800" rtl="0">
              <a:lnSpc>
                <a:spcPct val="100000"/>
              </a:lnSpc>
              <a:spcBef>
                <a:spcPts val="1600"/>
              </a:spcBef>
              <a:spcAft>
                <a:spcPts val="0"/>
              </a:spcAft>
              <a:buClr>
                <a:srgbClr val="434343"/>
              </a:buClr>
              <a:buSzPts val="1200"/>
              <a:buFont typeface="Roboto Condensed Light"/>
              <a:buChar char="○"/>
              <a:defRPr sz="1200">
                <a:solidFill>
                  <a:schemeClr val="dk1"/>
                </a:solidFill>
              </a:defRPr>
            </a:lvl5pPr>
            <a:lvl6pPr marL="2743200" lvl="5" indent="-304800" rtl="0">
              <a:lnSpc>
                <a:spcPct val="100000"/>
              </a:lnSpc>
              <a:spcBef>
                <a:spcPts val="1600"/>
              </a:spcBef>
              <a:spcAft>
                <a:spcPts val="0"/>
              </a:spcAft>
              <a:buClr>
                <a:srgbClr val="434343"/>
              </a:buClr>
              <a:buSzPts val="1200"/>
              <a:buFont typeface="Roboto Condensed Light"/>
              <a:buChar char="■"/>
              <a:defRPr sz="1200">
                <a:solidFill>
                  <a:schemeClr val="dk1"/>
                </a:solidFill>
              </a:defRPr>
            </a:lvl6pPr>
            <a:lvl7pPr marL="3200400" lvl="6" indent="-304800" rtl="0">
              <a:lnSpc>
                <a:spcPct val="100000"/>
              </a:lnSpc>
              <a:spcBef>
                <a:spcPts val="1600"/>
              </a:spcBef>
              <a:spcAft>
                <a:spcPts val="0"/>
              </a:spcAft>
              <a:buClr>
                <a:srgbClr val="434343"/>
              </a:buClr>
              <a:buSzPts val="1200"/>
              <a:buFont typeface="Roboto Condensed Light"/>
              <a:buChar char="●"/>
              <a:defRPr sz="1200">
                <a:solidFill>
                  <a:schemeClr val="dk1"/>
                </a:solidFill>
              </a:defRPr>
            </a:lvl7pPr>
            <a:lvl8pPr marL="3657600" lvl="7" indent="-304800" rtl="0">
              <a:spcBef>
                <a:spcPts val="1600"/>
              </a:spcBef>
              <a:spcAft>
                <a:spcPts val="0"/>
              </a:spcAft>
              <a:buClr>
                <a:srgbClr val="434343"/>
              </a:buClr>
              <a:buSzPts val="1200"/>
              <a:buFont typeface="Roboto Condensed Light"/>
              <a:buChar char="○"/>
              <a:defRPr>
                <a:solidFill>
                  <a:schemeClr val="dk1"/>
                </a:solidFill>
              </a:defRPr>
            </a:lvl8pPr>
            <a:lvl9pPr marL="4114800" lvl="8" indent="-304800" rtl="0">
              <a:spcBef>
                <a:spcPts val="1600"/>
              </a:spcBef>
              <a:spcAft>
                <a:spcPts val="1600"/>
              </a:spcAft>
              <a:buClr>
                <a:srgbClr val="434343"/>
              </a:buClr>
              <a:buSzPts val="1200"/>
              <a:buFont typeface="Roboto Condensed Light"/>
              <a:buChar char="■"/>
              <a:defRPr>
                <a:solidFill>
                  <a:schemeClr val="dk1"/>
                </a:solidFill>
              </a:defRPr>
            </a:lvl9pPr>
          </a:lstStyle>
          <a:p>
            <a:endParaRPr/>
          </a:p>
        </p:txBody>
      </p:sp>
      <p:sp>
        <p:nvSpPr>
          <p:cNvPr id="651" name="Google Shape;651;p44"/>
          <p:cNvSpPr txBox="1">
            <a:spLocks noGrp="1"/>
          </p:cNvSpPr>
          <p:nvPr>
            <p:ph type="ctrTitle"/>
          </p:nvPr>
        </p:nvSpPr>
        <p:spPr>
          <a:xfrm>
            <a:off x="1187550" y="280714"/>
            <a:ext cx="67689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2800"/>
              <a:buNone/>
              <a:defRPr sz="3600" b="1">
                <a:solidFill>
                  <a:schemeClr val="accent1"/>
                </a:solidFill>
                <a:latin typeface="Quicksand"/>
                <a:ea typeface="Quicksand"/>
                <a:cs typeface="Quicksand"/>
                <a:sym typeface="Quicksand"/>
              </a:defRPr>
            </a:lvl1pPr>
            <a:lvl2pPr lvl="1" algn="r" rtl="0">
              <a:spcBef>
                <a:spcPts val="0"/>
              </a:spcBef>
              <a:spcAft>
                <a:spcPts val="0"/>
              </a:spcAft>
              <a:buClr>
                <a:srgbClr val="000000"/>
              </a:buClr>
              <a:buSzPts val="1800"/>
              <a:buNone/>
              <a:defRPr sz="1800">
                <a:solidFill>
                  <a:srgbClr val="000000"/>
                </a:solidFill>
              </a:defRPr>
            </a:lvl2pPr>
            <a:lvl3pPr lvl="2" algn="r" rtl="0">
              <a:spcBef>
                <a:spcPts val="0"/>
              </a:spcBef>
              <a:spcAft>
                <a:spcPts val="0"/>
              </a:spcAft>
              <a:buClr>
                <a:srgbClr val="000000"/>
              </a:buClr>
              <a:buSzPts val="1800"/>
              <a:buNone/>
              <a:defRPr sz="1800">
                <a:solidFill>
                  <a:srgbClr val="000000"/>
                </a:solidFill>
              </a:defRPr>
            </a:lvl3pPr>
            <a:lvl4pPr lvl="3" algn="r" rtl="0">
              <a:spcBef>
                <a:spcPts val="0"/>
              </a:spcBef>
              <a:spcAft>
                <a:spcPts val="0"/>
              </a:spcAft>
              <a:buClr>
                <a:srgbClr val="000000"/>
              </a:buClr>
              <a:buSzPts val="1800"/>
              <a:buNone/>
              <a:defRPr sz="1800">
                <a:solidFill>
                  <a:srgbClr val="000000"/>
                </a:solidFill>
              </a:defRPr>
            </a:lvl4pPr>
            <a:lvl5pPr lvl="4" algn="r" rtl="0">
              <a:spcBef>
                <a:spcPts val="0"/>
              </a:spcBef>
              <a:spcAft>
                <a:spcPts val="0"/>
              </a:spcAft>
              <a:buClr>
                <a:srgbClr val="000000"/>
              </a:buClr>
              <a:buSzPts val="1800"/>
              <a:buNone/>
              <a:defRPr sz="1800">
                <a:solidFill>
                  <a:srgbClr val="000000"/>
                </a:solidFill>
              </a:defRPr>
            </a:lvl5pPr>
            <a:lvl6pPr lvl="5" algn="r" rtl="0">
              <a:spcBef>
                <a:spcPts val="0"/>
              </a:spcBef>
              <a:spcAft>
                <a:spcPts val="0"/>
              </a:spcAft>
              <a:buClr>
                <a:srgbClr val="000000"/>
              </a:buClr>
              <a:buSzPts val="1800"/>
              <a:buNone/>
              <a:defRPr sz="1800">
                <a:solidFill>
                  <a:srgbClr val="000000"/>
                </a:solidFill>
              </a:defRPr>
            </a:lvl6pPr>
            <a:lvl7pPr lvl="6" algn="r" rtl="0">
              <a:spcBef>
                <a:spcPts val="0"/>
              </a:spcBef>
              <a:spcAft>
                <a:spcPts val="0"/>
              </a:spcAft>
              <a:buClr>
                <a:srgbClr val="000000"/>
              </a:buClr>
              <a:buSzPts val="1800"/>
              <a:buNone/>
              <a:defRPr sz="1800">
                <a:solidFill>
                  <a:srgbClr val="000000"/>
                </a:solidFill>
              </a:defRPr>
            </a:lvl7pPr>
            <a:lvl8pPr lvl="7" algn="r" rtl="0">
              <a:spcBef>
                <a:spcPts val="0"/>
              </a:spcBef>
              <a:spcAft>
                <a:spcPts val="0"/>
              </a:spcAft>
              <a:buClr>
                <a:srgbClr val="000000"/>
              </a:buClr>
              <a:buSzPts val="1800"/>
              <a:buNone/>
              <a:defRPr sz="1800">
                <a:solidFill>
                  <a:srgbClr val="000000"/>
                </a:solidFill>
              </a:defRPr>
            </a:lvl8pPr>
            <a:lvl9pPr lvl="8" algn="r" rtl="0">
              <a:spcBef>
                <a:spcPts val="0"/>
              </a:spcBef>
              <a:spcAft>
                <a:spcPts val="0"/>
              </a:spcAft>
              <a:buClr>
                <a:srgbClr val="000000"/>
              </a:buClr>
              <a:buSzPts val="1800"/>
              <a:buNone/>
              <a:defRPr sz="1800">
                <a:solidFill>
                  <a:srgbClr val="000000"/>
                </a:solidFill>
              </a:defRPr>
            </a:lvl9pPr>
          </a:lstStyle>
          <a:p>
            <a:endParaRPr/>
          </a:p>
        </p:txBody>
      </p:sp>
      <p:sp>
        <p:nvSpPr>
          <p:cNvPr id="652" name="Google Shape;652;p44"/>
          <p:cNvSpPr/>
          <p:nvPr/>
        </p:nvSpPr>
        <p:spPr>
          <a:xfrm>
            <a:off x="8492263" y="61443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653" name="Google Shape;653;p44"/>
          <p:cNvSpPr/>
          <p:nvPr/>
        </p:nvSpPr>
        <p:spPr>
          <a:xfrm>
            <a:off x="8078400" y="88976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654" name="Google Shape;654;p44"/>
          <p:cNvSpPr/>
          <p:nvPr/>
        </p:nvSpPr>
        <p:spPr>
          <a:xfrm rot="7641468">
            <a:off x="7995474" y="254965"/>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4"/>
          <p:cNvSpPr/>
          <p:nvPr/>
        </p:nvSpPr>
        <p:spPr>
          <a:xfrm>
            <a:off x="-166725" y="480875"/>
            <a:ext cx="1199275" cy="126675"/>
          </a:xfrm>
          <a:custGeom>
            <a:avLst/>
            <a:gdLst/>
            <a:ahLst/>
            <a:cxnLst/>
            <a:rect l="l" t="t" r="r" b="b"/>
            <a:pathLst>
              <a:path w="47971" h="5067" extrusionOk="0">
                <a:moveTo>
                  <a:pt x="0" y="5067"/>
                </a:moveTo>
                <a:lnTo>
                  <a:pt x="5743" y="0"/>
                </a:lnTo>
                <a:lnTo>
                  <a:pt x="10810" y="5067"/>
                </a:lnTo>
                <a:lnTo>
                  <a:pt x="17228" y="338"/>
                </a:lnTo>
                <a:lnTo>
                  <a:pt x="22634" y="5067"/>
                </a:lnTo>
                <a:lnTo>
                  <a:pt x="28981" y="223"/>
                </a:lnTo>
                <a:lnTo>
                  <a:pt x="35133" y="5067"/>
                </a:lnTo>
                <a:lnTo>
                  <a:pt x="41890" y="338"/>
                </a:lnTo>
                <a:lnTo>
                  <a:pt x="47971" y="4729"/>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656" name="Google Shape;656;p44"/>
          <p:cNvSpPr/>
          <p:nvPr/>
        </p:nvSpPr>
        <p:spPr>
          <a:xfrm>
            <a:off x="358675" y="247350"/>
            <a:ext cx="1199275" cy="126675"/>
          </a:xfrm>
          <a:custGeom>
            <a:avLst/>
            <a:gdLst/>
            <a:ahLst/>
            <a:cxnLst/>
            <a:rect l="l" t="t" r="r" b="b"/>
            <a:pathLst>
              <a:path w="47971" h="5067" extrusionOk="0">
                <a:moveTo>
                  <a:pt x="0" y="5067"/>
                </a:moveTo>
                <a:lnTo>
                  <a:pt x="5743" y="0"/>
                </a:lnTo>
                <a:lnTo>
                  <a:pt x="10810" y="5067"/>
                </a:lnTo>
                <a:lnTo>
                  <a:pt x="17228" y="338"/>
                </a:lnTo>
                <a:lnTo>
                  <a:pt x="22634" y="5067"/>
                </a:lnTo>
                <a:lnTo>
                  <a:pt x="28981" y="223"/>
                </a:lnTo>
                <a:lnTo>
                  <a:pt x="35133" y="5067"/>
                </a:lnTo>
                <a:lnTo>
                  <a:pt x="41890" y="338"/>
                </a:lnTo>
                <a:lnTo>
                  <a:pt x="47971" y="4729"/>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657" name="Google Shape;657;p44"/>
          <p:cNvSpPr/>
          <p:nvPr/>
        </p:nvSpPr>
        <p:spPr>
          <a:xfrm>
            <a:off x="1187538" y="609538"/>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4"/>
          <p:cNvSpPr/>
          <p:nvPr/>
        </p:nvSpPr>
        <p:spPr>
          <a:xfrm flipH="1">
            <a:off x="7956450" y="444348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659" name="Google Shape;659;p44"/>
          <p:cNvSpPr/>
          <p:nvPr/>
        </p:nvSpPr>
        <p:spPr>
          <a:xfrm flipH="1">
            <a:off x="8370313" y="471881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660" name="Google Shape;660;p44"/>
          <p:cNvSpPr/>
          <p:nvPr/>
        </p:nvSpPr>
        <p:spPr>
          <a:xfrm rot="7641468">
            <a:off x="444449" y="4777340"/>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4"/>
          <p:cNvSpPr/>
          <p:nvPr/>
        </p:nvSpPr>
        <p:spPr>
          <a:xfrm>
            <a:off x="8626488" y="3945400"/>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3"/>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44"/>
          <p:cNvSpPr/>
          <p:nvPr/>
        </p:nvSpPr>
        <p:spPr>
          <a:xfrm>
            <a:off x="-793850" y="4447725"/>
            <a:ext cx="1199275" cy="126675"/>
          </a:xfrm>
          <a:custGeom>
            <a:avLst/>
            <a:gdLst/>
            <a:ahLst/>
            <a:cxnLst/>
            <a:rect l="l" t="t" r="r" b="b"/>
            <a:pathLst>
              <a:path w="47971" h="5067" extrusionOk="0">
                <a:moveTo>
                  <a:pt x="0" y="5067"/>
                </a:moveTo>
                <a:lnTo>
                  <a:pt x="5743" y="0"/>
                </a:lnTo>
                <a:lnTo>
                  <a:pt x="10810" y="5067"/>
                </a:lnTo>
                <a:lnTo>
                  <a:pt x="17228" y="338"/>
                </a:lnTo>
                <a:lnTo>
                  <a:pt x="22634" y="5067"/>
                </a:lnTo>
                <a:lnTo>
                  <a:pt x="28981" y="223"/>
                </a:lnTo>
                <a:lnTo>
                  <a:pt x="35133" y="5067"/>
                </a:lnTo>
                <a:lnTo>
                  <a:pt x="41890" y="338"/>
                </a:lnTo>
                <a:lnTo>
                  <a:pt x="47971" y="4729"/>
                </a:lnTo>
              </a:path>
            </a:pathLst>
          </a:custGeom>
          <a:noFill/>
          <a:ln w="28575" cap="flat" cmpd="sng">
            <a:solidFill>
              <a:schemeClr val="accent3"/>
            </a:solidFill>
            <a:prstDash val="solid"/>
            <a:round/>
            <a:headEnd type="none" w="med" len="med"/>
            <a:tailEnd type="none" w="med" len="med"/>
          </a:ln>
        </p:spPr>
        <p:txBody>
          <a:bodyPr/>
          <a:lstStyle/>
          <a:p>
            <a:endParaRPr lang="es-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4">
  <p:cSld name="CUSTOM_38">
    <p:spTree>
      <p:nvGrpSpPr>
        <p:cNvPr id="1" name="Shape 679"/>
        <p:cNvGrpSpPr/>
        <p:nvPr/>
      </p:nvGrpSpPr>
      <p:grpSpPr>
        <a:xfrm>
          <a:off x="0" y="0"/>
          <a:ext cx="0" cy="0"/>
          <a:chOff x="0" y="0"/>
          <a:chExt cx="0" cy="0"/>
        </a:xfrm>
      </p:grpSpPr>
      <p:sp>
        <p:nvSpPr>
          <p:cNvPr id="680" name="Google Shape;680;p46"/>
          <p:cNvSpPr/>
          <p:nvPr/>
        </p:nvSpPr>
        <p:spPr>
          <a:xfrm>
            <a:off x="-268650" y="-4423450"/>
            <a:ext cx="9681300" cy="968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6"/>
          <p:cNvSpPr txBox="1">
            <a:spLocks noGrp="1"/>
          </p:cNvSpPr>
          <p:nvPr>
            <p:ph type="body" idx="1"/>
          </p:nvPr>
        </p:nvSpPr>
        <p:spPr>
          <a:xfrm>
            <a:off x="1277300" y="1354175"/>
            <a:ext cx="3471300" cy="27969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1"/>
              </a:buClr>
              <a:buSzPts val="1200"/>
              <a:buFont typeface="Catamaran Light"/>
              <a:buChar char="●"/>
              <a:defRPr sz="1400">
                <a:solidFill>
                  <a:schemeClr val="dk1"/>
                </a:solidFill>
              </a:defRPr>
            </a:lvl1pPr>
            <a:lvl2pPr marL="914400" lvl="1" indent="-304800" rtl="0">
              <a:spcBef>
                <a:spcPts val="1600"/>
              </a:spcBef>
              <a:spcAft>
                <a:spcPts val="0"/>
              </a:spcAft>
              <a:buClr>
                <a:srgbClr val="434343"/>
              </a:buClr>
              <a:buSzPts val="1200"/>
              <a:buFont typeface="Catamaran Light"/>
              <a:buChar char="○"/>
              <a:defRPr>
                <a:solidFill>
                  <a:schemeClr val="dk1"/>
                </a:solidFill>
              </a:defRPr>
            </a:lvl2pPr>
            <a:lvl3pPr marL="1371600" lvl="2" indent="-304800" rtl="0">
              <a:spcBef>
                <a:spcPts val="1600"/>
              </a:spcBef>
              <a:spcAft>
                <a:spcPts val="0"/>
              </a:spcAft>
              <a:buClr>
                <a:srgbClr val="434343"/>
              </a:buClr>
              <a:buSzPts val="1200"/>
              <a:buFont typeface="Catamaran Light"/>
              <a:buChar char="■"/>
              <a:defRPr>
                <a:solidFill>
                  <a:schemeClr val="dk1"/>
                </a:solidFill>
              </a:defRPr>
            </a:lvl3pPr>
            <a:lvl4pPr marL="1828800" lvl="3" indent="-304800" rtl="0">
              <a:spcBef>
                <a:spcPts val="1600"/>
              </a:spcBef>
              <a:spcAft>
                <a:spcPts val="0"/>
              </a:spcAft>
              <a:buClr>
                <a:srgbClr val="434343"/>
              </a:buClr>
              <a:buSzPts val="1200"/>
              <a:buFont typeface="Catamaran Light"/>
              <a:buChar char="●"/>
              <a:defRPr>
                <a:solidFill>
                  <a:schemeClr val="dk1"/>
                </a:solidFill>
              </a:defRPr>
            </a:lvl4pPr>
            <a:lvl5pPr marL="2286000" lvl="4" indent="-304800" rtl="0">
              <a:spcBef>
                <a:spcPts val="1600"/>
              </a:spcBef>
              <a:spcAft>
                <a:spcPts val="0"/>
              </a:spcAft>
              <a:buClr>
                <a:srgbClr val="434343"/>
              </a:buClr>
              <a:buSzPts val="1200"/>
              <a:buFont typeface="Catamaran Light"/>
              <a:buChar char="○"/>
              <a:defRPr>
                <a:solidFill>
                  <a:schemeClr val="dk1"/>
                </a:solidFill>
              </a:defRPr>
            </a:lvl5pPr>
            <a:lvl6pPr marL="2743200" lvl="5" indent="-304800" rtl="0">
              <a:spcBef>
                <a:spcPts val="1600"/>
              </a:spcBef>
              <a:spcAft>
                <a:spcPts val="0"/>
              </a:spcAft>
              <a:buClr>
                <a:srgbClr val="434343"/>
              </a:buClr>
              <a:buSzPts val="1200"/>
              <a:buFont typeface="Catamaran Light"/>
              <a:buChar char="■"/>
              <a:defRPr>
                <a:solidFill>
                  <a:schemeClr val="dk1"/>
                </a:solidFill>
              </a:defRPr>
            </a:lvl6pPr>
            <a:lvl7pPr marL="3200400" lvl="6" indent="-304800" rtl="0">
              <a:spcBef>
                <a:spcPts val="1600"/>
              </a:spcBef>
              <a:spcAft>
                <a:spcPts val="0"/>
              </a:spcAft>
              <a:buClr>
                <a:srgbClr val="434343"/>
              </a:buClr>
              <a:buSzPts val="1200"/>
              <a:buFont typeface="Catamaran Light"/>
              <a:buChar char="●"/>
              <a:defRPr>
                <a:solidFill>
                  <a:schemeClr val="dk1"/>
                </a:solidFill>
              </a:defRPr>
            </a:lvl7pPr>
            <a:lvl8pPr marL="3657600" lvl="7" indent="-304800" rtl="0">
              <a:spcBef>
                <a:spcPts val="1600"/>
              </a:spcBef>
              <a:spcAft>
                <a:spcPts val="0"/>
              </a:spcAft>
              <a:buClr>
                <a:srgbClr val="434343"/>
              </a:buClr>
              <a:buSzPts val="1200"/>
              <a:buFont typeface="Catamaran Light"/>
              <a:buChar char="○"/>
              <a:defRPr>
                <a:solidFill>
                  <a:schemeClr val="dk1"/>
                </a:solidFill>
              </a:defRPr>
            </a:lvl8pPr>
            <a:lvl9pPr marL="4114800" lvl="8" indent="-304800" rtl="0">
              <a:spcBef>
                <a:spcPts val="1600"/>
              </a:spcBef>
              <a:spcAft>
                <a:spcPts val="1600"/>
              </a:spcAft>
              <a:buClr>
                <a:srgbClr val="434343"/>
              </a:buClr>
              <a:buSzPts val="1200"/>
              <a:buFont typeface="Catamaran Light"/>
              <a:buChar char="■"/>
              <a:defRPr>
                <a:solidFill>
                  <a:schemeClr val="dk1"/>
                </a:solidFill>
              </a:defRPr>
            </a:lvl9pPr>
          </a:lstStyle>
          <a:p>
            <a:endParaRPr/>
          </a:p>
        </p:txBody>
      </p:sp>
      <p:sp>
        <p:nvSpPr>
          <p:cNvPr id="682" name="Google Shape;682;p46"/>
          <p:cNvSpPr txBox="1">
            <a:spLocks noGrp="1"/>
          </p:cNvSpPr>
          <p:nvPr>
            <p:ph type="ctrTitle"/>
          </p:nvPr>
        </p:nvSpPr>
        <p:spPr>
          <a:xfrm>
            <a:off x="1187550" y="280714"/>
            <a:ext cx="67689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800"/>
              <a:buNone/>
              <a:defRPr sz="3600" b="1">
                <a:solidFill>
                  <a:schemeClr val="lt1"/>
                </a:solidFill>
                <a:latin typeface="Quicksand"/>
                <a:ea typeface="Quicksand"/>
                <a:cs typeface="Quicksand"/>
                <a:sym typeface="Quicksand"/>
              </a:defRPr>
            </a:lvl1pPr>
            <a:lvl2pPr lvl="1" algn="r" rtl="0">
              <a:spcBef>
                <a:spcPts val="0"/>
              </a:spcBef>
              <a:spcAft>
                <a:spcPts val="0"/>
              </a:spcAft>
              <a:buClr>
                <a:schemeClr val="lt1"/>
              </a:buClr>
              <a:buSzPts val="1800"/>
              <a:buNone/>
              <a:defRPr sz="1800">
                <a:solidFill>
                  <a:schemeClr val="lt1"/>
                </a:solidFill>
              </a:defRPr>
            </a:lvl2pPr>
            <a:lvl3pPr lvl="2" algn="r" rtl="0">
              <a:spcBef>
                <a:spcPts val="0"/>
              </a:spcBef>
              <a:spcAft>
                <a:spcPts val="0"/>
              </a:spcAft>
              <a:buClr>
                <a:schemeClr val="lt1"/>
              </a:buClr>
              <a:buSzPts val="1800"/>
              <a:buNone/>
              <a:defRPr sz="1800">
                <a:solidFill>
                  <a:schemeClr val="lt1"/>
                </a:solidFill>
              </a:defRPr>
            </a:lvl3pPr>
            <a:lvl4pPr lvl="3" algn="r" rtl="0">
              <a:spcBef>
                <a:spcPts val="0"/>
              </a:spcBef>
              <a:spcAft>
                <a:spcPts val="0"/>
              </a:spcAft>
              <a:buClr>
                <a:schemeClr val="lt1"/>
              </a:buClr>
              <a:buSzPts val="1800"/>
              <a:buNone/>
              <a:defRPr sz="1800">
                <a:solidFill>
                  <a:schemeClr val="lt1"/>
                </a:solidFill>
              </a:defRPr>
            </a:lvl4pPr>
            <a:lvl5pPr lvl="4" algn="r" rtl="0">
              <a:spcBef>
                <a:spcPts val="0"/>
              </a:spcBef>
              <a:spcAft>
                <a:spcPts val="0"/>
              </a:spcAft>
              <a:buClr>
                <a:schemeClr val="lt1"/>
              </a:buClr>
              <a:buSzPts val="1800"/>
              <a:buNone/>
              <a:defRPr sz="1800">
                <a:solidFill>
                  <a:schemeClr val="lt1"/>
                </a:solidFill>
              </a:defRPr>
            </a:lvl5pPr>
            <a:lvl6pPr lvl="5" algn="r" rtl="0">
              <a:spcBef>
                <a:spcPts val="0"/>
              </a:spcBef>
              <a:spcAft>
                <a:spcPts val="0"/>
              </a:spcAft>
              <a:buClr>
                <a:schemeClr val="lt1"/>
              </a:buClr>
              <a:buSzPts val="1800"/>
              <a:buNone/>
              <a:defRPr sz="1800">
                <a:solidFill>
                  <a:schemeClr val="lt1"/>
                </a:solidFill>
              </a:defRPr>
            </a:lvl6pPr>
            <a:lvl7pPr lvl="6" algn="r" rtl="0">
              <a:spcBef>
                <a:spcPts val="0"/>
              </a:spcBef>
              <a:spcAft>
                <a:spcPts val="0"/>
              </a:spcAft>
              <a:buClr>
                <a:schemeClr val="lt1"/>
              </a:buClr>
              <a:buSzPts val="1800"/>
              <a:buNone/>
              <a:defRPr sz="1800">
                <a:solidFill>
                  <a:schemeClr val="lt1"/>
                </a:solidFill>
              </a:defRPr>
            </a:lvl7pPr>
            <a:lvl8pPr lvl="7" algn="r" rtl="0">
              <a:spcBef>
                <a:spcPts val="0"/>
              </a:spcBef>
              <a:spcAft>
                <a:spcPts val="0"/>
              </a:spcAft>
              <a:buClr>
                <a:schemeClr val="lt1"/>
              </a:buClr>
              <a:buSzPts val="1800"/>
              <a:buNone/>
              <a:defRPr sz="1800">
                <a:solidFill>
                  <a:schemeClr val="lt1"/>
                </a:solidFill>
              </a:defRPr>
            </a:lvl8pPr>
            <a:lvl9pPr lvl="8" algn="r" rtl="0">
              <a:spcBef>
                <a:spcPts val="0"/>
              </a:spcBef>
              <a:spcAft>
                <a:spcPts val="0"/>
              </a:spcAft>
              <a:buClr>
                <a:schemeClr val="lt1"/>
              </a:buClr>
              <a:buSzPts val="1800"/>
              <a:buNone/>
              <a:defRPr sz="1800">
                <a:solidFill>
                  <a:schemeClr val="lt1"/>
                </a:solidFill>
              </a:defRPr>
            </a:lvl9pPr>
          </a:lstStyle>
          <a:p>
            <a:endParaRPr/>
          </a:p>
        </p:txBody>
      </p:sp>
      <p:sp>
        <p:nvSpPr>
          <p:cNvPr id="683" name="Google Shape;683;p46"/>
          <p:cNvSpPr/>
          <p:nvPr/>
        </p:nvSpPr>
        <p:spPr>
          <a:xfrm>
            <a:off x="629663" y="438805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sp>
      <p:sp>
        <p:nvSpPr>
          <p:cNvPr id="684" name="Google Shape;684;p46"/>
          <p:cNvSpPr/>
          <p:nvPr/>
        </p:nvSpPr>
        <p:spPr>
          <a:xfrm>
            <a:off x="215800" y="466337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sp>
      <p:sp>
        <p:nvSpPr>
          <p:cNvPr id="685" name="Google Shape;685;p46"/>
          <p:cNvSpPr/>
          <p:nvPr/>
        </p:nvSpPr>
        <p:spPr>
          <a:xfrm>
            <a:off x="1596875" y="4978213"/>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6"/>
          <p:cNvSpPr/>
          <p:nvPr/>
        </p:nvSpPr>
        <p:spPr>
          <a:xfrm rot="7641468">
            <a:off x="203036" y="3417765"/>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6"/>
          <p:cNvSpPr/>
          <p:nvPr/>
        </p:nvSpPr>
        <p:spPr>
          <a:xfrm>
            <a:off x="8735850" y="3012688"/>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1"/>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6"/>
          <p:cNvSpPr/>
          <p:nvPr/>
        </p:nvSpPr>
        <p:spPr>
          <a:xfrm>
            <a:off x="7745038" y="456777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sp>
      <p:sp>
        <p:nvSpPr>
          <p:cNvPr id="689" name="Google Shape;689;p46"/>
          <p:cNvSpPr/>
          <p:nvPr/>
        </p:nvSpPr>
        <p:spPr>
          <a:xfrm>
            <a:off x="7331175" y="484309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sp>
      <p:sp>
        <p:nvSpPr>
          <p:cNvPr id="690" name="Google Shape;690;p46"/>
          <p:cNvSpPr/>
          <p:nvPr/>
        </p:nvSpPr>
        <p:spPr>
          <a:xfrm rot="7641468">
            <a:off x="8437486" y="3927290"/>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5">
  <p:cSld name="CUSTOM_43">
    <p:bg>
      <p:bgPr>
        <a:solidFill>
          <a:schemeClr val="accent3"/>
        </a:solidFill>
        <a:effectLst/>
      </p:bgPr>
    </p:bg>
    <p:spTree>
      <p:nvGrpSpPr>
        <p:cNvPr id="1" name="Shape 691"/>
        <p:cNvGrpSpPr/>
        <p:nvPr/>
      </p:nvGrpSpPr>
      <p:grpSpPr>
        <a:xfrm>
          <a:off x="0" y="0"/>
          <a:ext cx="0" cy="0"/>
          <a:chOff x="0" y="0"/>
          <a:chExt cx="0" cy="0"/>
        </a:xfrm>
      </p:grpSpPr>
      <p:sp>
        <p:nvSpPr>
          <p:cNvPr id="692" name="Google Shape;692;p47"/>
          <p:cNvSpPr txBox="1">
            <a:spLocks noGrp="1"/>
          </p:cNvSpPr>
          <p:nvPr>
            <p:ph type="body" idx="1"/>
          </p:nvPr>
        </p:nvSpPr>
        <p:spPr>
          <a:xfrm>
            <a:off x="1143175" y="2357388"/>
            <a:ext cx="2914800" cy="15336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Clr>
                <a:schemeClr val="dk1"/>
              </a:buClr>
              <a:buSzPts val="1600"/>
              <a:buChar char="●"/>
              <a:defRPr>
                <a:solidFill>
                  <a:schemeClr val="dk1"/>
                </a:solidFill>
                <a:latin typeface="Nunito"/>
                <a:ea typeface="Nunito"/>
                <a:cs typeface="Nunito"/>
                <a:sym typeface="Nunito"/>
              </a:defRPr>
            </a:lvl1pPr>
            <a:lvl2pPr marL="914400" lvl="1" indent="-330200" rtl="0">
              <a:spcBef>
                <a:spcPts val="1600"/>
              </a:spcBef>
              <a:spcAft>
                <a:spcPts val="0"/>
              </a:spcAft>
              <a:buClr>
                <a:schemeClr val="dk1"/>
              </a:buClr>
              <a:buSzPts val="1600"/>
              <a:buChar char="○"/>
              <a:defRPr sz="1600">
                <a:solidFill>
                  <a:schemeClr val="dk1"/>
                </a:solidFill>
              </a:defRPr>
            </a:lvl2pPr>
            <a:lvl3pPr marL="1371600" lvl="2" indent="-330200" algn="ctr" rtl="0">
              <a:spcBef>
                <a:spcPts val="1600"/>
              </a:spcBef>
              <a:spcAft>
                <a:spcPts val="0"/>
              </a:spcAft>
              <a:buClr>
                <a:schemeClr val="dk1"/>
              </a:buClr>
              <a:buSzPts val="1600"/>
              <a:buChar char="■"/>
              <a:defRPr sz="1600">
                <a:solidFill>
                  <a:schemeClr val="dk1"/>
                </a:solidFill>
              </a:defRPr>
            </a:lvl3pPr>
            <a:lvl4pPr marL="1828800" lvl="3" indent="-330200" rtl="0">
              <a:spcBef>
                <a:spcPts val="1600"/>
              </a:spcBef>
              <a:spcAft>
                <a:spcPts val="0"/>
              </a:spcAft>
              <a:buClr>
                <a:schemeClr val="dk1"/>
              </a:buClr>
              <a:buSzPts val="1600"/>
              <a:buChar char="●"/>
              <a:defRPr sz="1600">
                <a:solidFill>
                  <a:schemeClr val="dk1"/>
                </a:solidFill>
              </a:defRPr>
            </a:lvl4pPr>
            <a:lvl5pPr marL="2286000" lvl="4" indent="-330200" rtl="0">
              <a:spcBef>
                <a:spcPts val="1600"/>
              </a:spcBef>
              <a:spcAft>
                <a:spcPts val="0"/>
              </a:spcAft>
              <a:buClr>
                <a:schemeClr val="dk1"/>
              </a:buClr>
              <a:buSzPts val="1600"/>
              <a:buChar char="○"/>
              <a:defRPr sz="1600">
                <a:solidFill>
                  <a:schemeClr val="dk1"/>
                </a:solidFill>
              </a:defRPr>
            </a:lvl5pPr>
            <a:lvl6pPr marL="2743200" lvl="5" indent="-330200" rtl="0">
              <a:spcBef>
                <a:spcPts val="1600"/>
              </a:spcBef>
              <a:spcAft>
                <a:spcPts val="0"/>
              </a:spcAft>
              <a:buClr>
                <a:schemeClr val="dk1"/>
              </a:buClr>
              <a:buSzPts val="1600"/>
              <a:buChar char="■"/>
              <a:defRPr sz="1600">
                <a:solidFill>
                  <a:schemeClr val="dk1"/>
                </a:solidFill>
              </a:defRPr>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93" name="Google Shape;693;p47"/>
          <p:cNvSpPr txBox="1">
            <a:spLocks noGrp="1"/>
          </p:cNvSpPr>
          <p:nvPr>
            <p:ph type="ctrTitle"/>
          </p:nvPr>
        </p:nvSpPr>
        <p:spPr>
          <a:xfrm>
            <a:off x="1187550" y="280714"/>
            <a:ext cx="67689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2800"/>
              <a:buNone/>
              <a:defRPr sz="3600" b="1">
                <a:solidFill>
                  <a:schemeClr val="lt1"/>
                </a:solidFill>
                <a:latin typeface="Quicksand"/>
                <a:ea typeface="Quicksand"/>
                <a:cs typeface="Quicksand"/>
                <a:sym typeface="Quicksand"/>
              </a:defRPr>
            </a:lvl1pPr>
            <a:lvl2pPr lvl="1" algn="r" rtl="0">
              <a:spcBef>
                <a:spcPts val="0"/>
              </a:spcBef>
              <a:spcAft>
                <a:spcPts val="0"/>
              </a:spcAft>
              <a:buClr>
                <a:srgbClr val="000000"/>
              </a:buClr>
              <a:buSzPts val="1800"/>
              <a:buNone/>
              <a:defRPr sz="1800">
                <a:solidFill>
                  <a:srgbClr val="000000"/>
                </a:solidFill>
              </a:defRPr>
            </a:lvl2pPr>
            <a:lvl3pPr lvl="2" algn="r" rtl="0">
              <a:spcBef>
                <a:spcPts val="0"/>
              </a:spcBef>
              <a:spcAft>
                <a:spcPts val="0"/>
              </a:spcAft>
              <a:buClr>
                <a:srgbClr val="000000"/>
              </a:buClr>
              <a:buSzPts val="1800"/>
              <a:buNone/>
              <a:defRPr sz="1800">
                <a:solidFill>
                  <a:srgbClr val="000000"/>
                </a:solidFill>
              </a:defRPr>
            </a:lvl3pPr>
            <a:lvl4pPr lvl="3" algn="r" rtl="0">
              <a:spcBef>
                <a:spcPts val="0"/>
              </a:spcBef>
              <a:spcAft>
                <a:spcPts val="0"/>
              </a:spcAft>
              <a:buClr>
                <a:srgbClr val="000000"/>
              </a:buClr>
              <a:buSzPts val="1800"/>
              <a:buNone/>
              <a:defRPr sz="1800">
                <a:solidFill>
                  <a:srgbClr val="000000"/>
                </a:solidFill>
              </a:defRPr>
            </a:lvl4pPr>
            <a:lvl5pPr lvl="4" algn="r" rtl="0">
              <a:spcBef>
                <a:spcPts val="0"/>
              </a:spcBef>
              <a:spcAft>
                <a:spcPts val="0"/>
              </a:spcAft>
              <a:buClr>
                <a:srgbClr val="000000"/>
              </a:buClr>
              <a:buSzPts val="1800"/>
              <a:buNone/>
              <a:defRPr sz="1800">
                <a:solidFill>
                  <a:srgbClr val="000000"/>
                </a:solidFill>
              </a:defRPr>
            </a:lvl5pPr>
            <a:lvl6pPr lvl="5" algn="r" rtl="0">
              <a:spcBef>
                <a:spcPts val="0"/>
              </a:spcBef>
              <a:spcAft>
                <a:spcPts val="0"/>
              </a:spcAft>
              <a:buClr>
                <a:srgbClr val="000000"/>
              </a:buClr>
              <a:buSzPts val="1800"/>
              <a:buNone/>
              <a:defRPr sz="1800">
                <a:solidFill>
                  <a:srgbClr val="000000"/>
                </a:solidFill>
              </a:defRPr>
            </a:lvl6pPr>
            <a:lvl7pPr lvl="6" algn="r" rtl="0">
              <a:spcBef>
                <a:spcPts val="0"/>
              </a:spcBef>
              <a:spcAft>
                <a:spcPts val="0"/>
              </a:spcAft>
              <a:buClr>
                <a:srgbClr val="000000"/>
              </a:buClr>
              <a:buSzPts val="1800"/>
              <a:buNone/>
              <a:defRPr sz="1800">
                <a:solidFill>
                  <a:srgbClr val="000000"/>
                </a:solidFill>
              </a:defRPr>
            </a:lvl7pPr>
            <a:lvl8pPr lvl="7" algn="r" rtl="0">
              <a:spcBef>
                <a:spcPts val="0"/>
              </a:spcBef>
              <a:spcAft>
                <a:spcPts val="0"/>
              </a:spcAft>
              <a:buClr>
                <a:srgbClr val="000000"/>
              </a:buClr>
              <a:buSzPts val="1800"/>
              <a:buNone/>
              <a:defRPr sz="1800">
                <a:solidFill>
                  <a:srgbClr val="000000"/>
                </a:solidFill>
              </a:defRPr>
            </a:lvl8pPr>
            <a:lvl9pPr lvl="8" algn="r" rtl="0">
              <a:spcBef>
                <a:spcPts val="0"/>
              </a:spcBef>
              <a:spcAft>
                <a:spcPts val="0"/>
              </a:spcAft>
              <a:buClr>
                <a:srgbClr val="000000"/>
              </a:buClr>
              <a:buSzPts val="1800"/>
              <a:buNone/>
              <a:defRPr sz="1800">
                <a:solidFill>
                  <a:srgbClr val="000000"/>
                </a:solidFill>
              </a:defRPr>
            </a:lvl9pPr>
          </a:lstStyle>
          <a:p>
            <a:endParaRPr/>
          </a:p>
        </p:txBody>
      </p:sp>
      <p:sp>
        <p:nvSpPr>
          <p:cNvPr id="694" name="Google Shape;694;p47"/>
          <p:cNvSpPr/>
          <p:nvPr/>
        </p:nvSpPr>
        <p:spPr>
          <a:xfrm>
            <a:off x="-181124" y="68625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lt1"/>
            </a:solidFill>
            <a:prstDash val="solid"/>
            <a:round/>
            <a:headEnd type="none" w="med" len="med"/>
            <a:tailEnd type="none" w="med" len="med"/>
          </a:ln>
        </p:spPr>
        <p:txBody>
          <a:bodyPr/>
          <a:lstStyle/>
          <a:p>
            <a:endParaRPr lang="es-AR"/>
          </a:p>
        </p:txBody>
      </p:sp>
      <p:sp>
        <p:nvSpPr>
          <p:cNvPr id="695" name="Google Shape;695;p47"/>
          <p:cNvSpPr/>
          <p:nvPr/>
        </p:nvSpPr>
        <p:spPr>
          <a:xfrm>
            <a:off x="8070700" y="453594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lt1"/>
            </a:solidFill>
            <a:prstDash val="solid"/>
            <a:round/>
            <a:headEnd type="none" w="med" len="med"/>
            <a:tailEnd type="none" w="med" len="med"/>
          </a:ln>
        </p:spPr>
        <p:txBody>
          <a:bodyPr/>
          <a:lstStyle/>
          <a:p>
            <a:endParaRPr lang="es-AR"/>
          </a:p>
        </p:txBody>
      </p:sp>
      <p:sp>
        <p:nvSpPr>
          <p:cNvPr id="696" name="Google Shape;696;p47"/>
          <p:cNvSpPr/>
          <p:nvPr/>
        </p:nvSpPr>
        <p:spPr>
          <a:xfrm>
            <a:off x="7835513" y="34625"/>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lt1"/>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7"/>
          <p:cNvSpPr/>
          <p:nvPr/>
        </p:nvSpPr>
        <p:spPr>
          <a:xfrm rot="7641468">
            <a:off x="626261" y="1066115"/>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7"/>
          <p:cNvSpPr/>
          <p:nvPr/>
        </p:nvSpPr>
        <p:spPr>
          <a:xfrm>
            <a:off x="8457788" y="20691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lt1"/>
            </a:solidFill>
            <a:prstDash val="solid"/>
            <a:round/>
            <a:headEnd type="none" w="med" len="med"/>
            <a:tailEnd type="none" w="med" len="med"/>
          </a:ln>
        </p:spPr>
        <p:txBody>
          <a:bodyPr/>
          <a:lstStyle/>
          <a:p>
            <a:endParaRPr lang="es-AR"/>
          </a:p>
        </p:txBody>
      </p:sp>
      <p:sp>
        <p:nvSpPr>
          <p:cNvPr id="699" name="Google Shape;699;p47"/>
          <p:cNvSpPr/>
          <p:nvPr/>
        </p:nvSpPr>
        <p:spPr>
          <a:xfrm>
            <a:off x="8326775" y="47244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lt1"/>
            </a:solidFill>
            <a:prstDash val="solid"/>
            <a:round/>
            <a:headEnd type="none" w="med" len="med"/>
            <a:tailEnd type="none" w="med" len="med"/>
          </a:ln>
        </p:spPr>
        <p:txBody>
          <a:bodyPr/>
          <a:lstStyle/>
          <a:p>
            <a:endParaRPr lang="es-AR"/>
          </a:p>
        </p:txBody>
      </p:sp>
      <p:sp>
        <p:nvSpPr>
          <p:cNvPr id="700" name="Google Shape;700;p47"/>
          <p:cNvSpPr/>
          <p:nvPr/>
        </p:nvSpPr>
        <p:spPr>
          <a:xfrm rot="7641468">
            <a:off x="8328136" y="4219365"/>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7"/>
          <p:cNvSpPr/>
          <p:nvPr/>
        </p:nvSpPr>
        <p:spPr>
          <a:xfrm>
            <a:off x="7649038" y="4671075"/>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lt1"/>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7"/>
          <p:cNvSpPr txBox="1">
            <a:spLocks noGrp="1"/>
          </p:cNvSpPr>
          <p:nvPr>
            <p:ph type="subTitle" idx="2"/>
          </p:nvPr>
        </p:nvSpPr>
        <p:spPr>
          <a:xfrm>
            <a:off x="1143175" y="1766850"/>
            <a:ext cx="2686200" cy="5904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2400" b="1">
                <a:solidFill>
                  <a:schemeClr val="lt1"/>
                </a:solidFill>
                <a:latin typeface="Quicksand"/>
                <a:ea typeface="Quicksand"/>
                <a:cs typeface="Quicksand"/>
                <a:sym typeface="Quicksand"/>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s">
  <p:cSld name="CUSTOM_32">
    <p:spTree>
      <p:nvGrpSpPr>
        <p:cNvPr id="1" name="Shape 703"/>
        <p:cNvGrpSpPr/>
        <p:nvPr/>
      </p:nvGrpSpPr>
      <p:grpSpPr>
        <a:xfrm>
          <a:off x="0" y="0"/>
          <a:ext cx="0" cy="0"/>
          <a:chOff x="0" y="0"/>
          <a:chExt cx="0" cy="0"/>
        </a:xfrm>
      </p:grpSpPr>
      <p:sp>
        <p:nvSpPr>
          <p:cNvPr id="704" name="Google Shape;704;p48"/>
          <p:cNvSpPr/>
          <p:nvPr/>
        </p:nvSpPr>
        <p:spPr>
          <a:xfrm>
            <a:off x="-242700" y="1454075"/>
            <a:ext cx="9681300" cy="968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8"/>
          <p:cNvSpPr/>
          <p:nvPr/>
        </p:nvSpPr>
        <p:spPr>
          <a:xfrm>
            <a:off x="1338363" y="164430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706" name="Google Shape;706;p48"/>
          <p:cNvSpPr/>
          <p:nvPr/>
        </p:nvSpPr>
        <p:spPr>
          <a:xfrm>
            <a:off x="924500" y="191962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707" name="Google Shape;707;p48"/>
          <p:cNvSpPr/>
          <p:nvPr/>
        </p:nvSpPr>
        <p:spPr>
          <a:xfrm rot="2700000">
            <a:off x="8300451" y="372999"/>
            <a:ext cx="314697" cy="129599"/>
          </a:xfrm>
          <a:custGeom>
            <a:avLst/>
            <a:gdLst/>
            <a:ahLst/>
            <a:cxnLst/>
            <a:rect l="l" t="t" r="r" b="b"/>
            <a:pathLst>
              <a:path w="12588" h="5184" fill="none" extrusionOk="0">
                <a:moveTo>
                  <a:pt x="12588" y="0"/>
                </a:moveTo>
                <a:lnTo>
                  <a:pt x="0" y="5183"/>
                </a:lnTo>
              </a:path>
            </a:pathLst>
          </a:cu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8"/>
          <p:cNvSpPr/>
          <p:nvPr/>
        </p:nvSpPr>
        <p:spPr>
          <a:xfrm>
            <a:off x="8654713" y="191022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709" name="Google Shape;709;p48"/>
          <p:cNvSpPr/>
          <p:nvPr/>
        </p:nvSpPr>
        <p:spPr>
          <a:xfrm>
            <a:off x="8240850" y="2185548"/>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710" name="Google Shape;710;p48"/>
          <p:cNvSpPr/>
          <p:nvPr/>
        </p:nvSpPr>
        <p:spPr>
          <a:xfrm rot="7641468">
            <a:off x="725236" y="1453215"/>
            <a:ext cx="259331" cy="22650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8"/>
          <p:cNvSpPr/>
          <p:nvPr/>
        </p:nvSpPr>
        <p:spPr>
          <a:xfrm>
            <a:off x="7182363" y="-94000"/>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712" name="Google Shape;712;p48"/>
          <p:cNvSpPr/>
          <p:nvPr/>
        </p:nvSpPr>
        <p:spPr>
          <a:xfrm>
            <a:off x="6768500" y="18132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3"/>
            </a:solidFill>
            <a:prstDash val="solid"/>
            <a:round/>
            <a:headEnd type="none" w="med" len="med"/>
            <a:tailEnd type="none" w="med" len="med"/>
          </a:ln>
        </p:spPr>
        <p:txBody>
          <a:bodyPr/>
          <a:lstStyle/>
          <a:p>
            <a:endParaRPr lang="es-AR"/>
          </a:p>
        </p:txBody>
      </p:sp>
      <p:sp>
        <p:nvSpPr>
          <p:cNvPr id="713" name="Google Shape;713;p48"/>
          <p:cNvSpPr/>
          <p:nvPr/>
        </p:nvSpPr>
        <p:spPr>
          <a:xfrm>
            <a:off x="8101400" y="1644288"/>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8"/>
          <p:cNvSpPr/>
          <p:nvPr/>
        </p:nvSpPr>
        <p:spPr>
          <a:xfrm>
            <a:off x="-268662" y="594875"/>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2"/>
            </a:solidFill>
            <a:prstDash val="solid"/>
            <a:round/>
            <a:headEnd type="none" w="med" len="med"/>
            <a:tailEnd type="none" w="med" len="med"/>
          </a:ln>
        </p:spPr>
        <p:txBody>
          <a:bodyPr/>
          <a:lstStyle/>
          <a:p>
            <a:endParaRPr lang="es-AR"/>
          </a:p>
        </p:txBody>
      </p:sp>
      <p:sp>
        <p:nvSpPr>
          <p:cNvPr id="715" name="Google Shape;715;p48"/>
          <p:cNvSpPr/>
          <p:nvPr/>
        </p:nvSpPr>
        <p:spPr>
          <a:xfrm rot="5400000">
            <a:off x="498204" y="-77583"/>
            <a:ext cx="259366" cy="22653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8"/>
          <p:cNvSpPr/>
          <p:nvPr/>
        </p:nvSpPr>
        <p:spPr>
          <a:xfrm rot="2700000">
            <a:off x="-134774" y="184087"/>
            <a:ext cx="314697" cy="129599"/>
          </a:xfrm>
          <a:custGeom>
            <a:avLst/>
            <a:gdLst/>
            <a:ahLst/>
            <a:cxnLst/>
            <a:rect l="l" t="t" r="r" b="b"/>
            <a:pathLst>
              <a:path w="12588" h="5184" fill="none" extrusionOk="0">
                <a:moveTo>
                  <a:pt x="12588" y="0"/>
                </a:moveTo>
                <a:lnTo>
                  <a:pt x="0" y="5183"/>
                </a:lnTo>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8"/>
          <p:cNvSpPr/>
          <p:nvPr/>
        </p:nvSpPr>
        <p:spPr>
          <a:xfrm>
            <a:off x="6729600" y="1193173"/>
            <a:ext cx="1199282" cy="135127"/>
          </a:xfrm>
          <a:custGeom>
            <a:avLst/>
            <a:gdLst/>
            <a:ahLst/>
            <a:cxnLst/>
            <a:rect l="l" t="t" r="r" b="b"/>
            <a:pathLst>
              <a:path w="36202" h="4079" extrusionOk="0">
                <a:moveTo>
                  <a:pt x="0" y="4079"/>
                </a:moveTo>
                <a:lnTo>
                  <a:pt x="4334" y="255"/>
                </a:lnTo>
                <a:lnTo>
                  <a:pt x="8158" y="4079"/>
                </a:lnTo>
                <a:lnTo>
                  <a:pt x="13002" y="510"/>
                </a:lnTo>
                <a:lnTo>
                  <a:pt x="17081" y="4079"/>
                </a:lnTo>
                <a:lnTo>
                  <a:pt x="22435" y="0"/>
                </a:lnTo>
                <a:lnTo>
                  <a:pt x="26514" y="4079"/>
                </a:lnTo>
                <a:lnTo>
                  <a:pt x="31613" y="510"/>
                </a:lnTo>
                <a:lnTo>
                  <a:pt x="36202" y="3824"/>
                </a:lnTo>
              </a:path>
            </a:pathLst>
          </a:custGeom>
          <a:noFill/>
          <a:ln w="28575" cap="flat" cmpd="sng">
            <a:solidFill>
              <a:schemeClr val="accent1"/>
            </a:solidFill>
            <a:prstDash val="solid"/>
            <a:round/>
            <a:headEnd type="none" w="med" len="med"/>
            <a:tailEnd type="none" w="med" len="med"/>
          </a:ln>
        </p:spPr>
        <p:txBody>
          <a:bodyPr/>
          <a:lstStyle/>
          <a:p>
            <a:endParaRPr lang="es-AR"/>
          </a:p>
        </p:txBody>
      </p:sp>
      <p:sp>
        <p:nvSpPr>
          <p:cNvPr id="718" name="Google Shape;718;p48"/>
          <p:cNvSpPr/>
          <p:nvPr/>
        </p:nvSpPr>
        <p:spPr>
          <a:xfrm>
            <a:off x="177275" y="2669113"/>
            <a:ext cx="307424" cy="307424"/>
          </a:xfrm>
          <a:custGeom>
            <a:avLst/>
            <a:gdLst/>
            <a:ahLst/>
            <a:cxnLst/>
            <a:rect l="l" t="t" r="r" b="b"/>
            <a:pathLst>
              <a:path w="23325" h="23325" fill="none" extrusionOk="0">
                <a:moveTo>
                  <a:pt x="23325" y="9996"/>
                </a:moveTo>
                <a:cubicBezTo>
                  <a:pt x="23325" y="18882"/>
                  <a:pt x="12588" y="23325"/>
                  <a:pt x="6294" y="17031"/>
                </a:cubicBezTo>
                <a:cubicBezTo>
                  <a:pt x="0" y="10737"/>
                  <a:pt x="4443" y="0"/>
                  <a:pt x="13329" y="0"/>
                </a:cubicBezTo>
                <a:cubicBezTo>
                  <a:pt x="18882" y="0"/>
                  <a:pt x="23325" y="4443"/>
                  <a:pt x="23325" y="9996"/>
                </a:cubicBezTo>
                <a:close/>
              </a:path>
            </a:pathLst>
          </a:custGeom>
          <a:noFill/>
          <a:ln w="28575" cap="flat" cmpd="sng">
            <a:solidFill>
              <a:schemeClr val="accent2"/>
            </a:solidFill>
            <a:prstDash val="solid"/>
            <a:miter lim="37022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8"/>
          <p:cNvSpPr/>
          <p:nvPr/>
        </p:nvSpPr>
        <p:spPr>
          <a:xfrm rot="5400000">
            <a:off x="9008604" y="2947592"/>
            <a:ext cx="259366" cy="226538"/>
          </a:xfrm>
          <a:custGeom>
            <a:avLst/>
            <a:gdLst/>
            <a:ahLst/>
            <a:cxnLst/>
            <a:rect l="l" t="t" r="r" b="b"/>
            <a:pathLst>
              <a:path w="29249" h="25547" fill="none" extrusionOk="0">
                <a:moveTo>
                  <a:pt x="14439" y="0"/>
                </a:moveTo>
                <a:lnTo>
                  <a:pt x="0" y="25546"/>
                </a:lnTo>
                <a:lnTo>
                  <a:pt x="29248" y="25546"/>
                </a:ln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8"/>
          <p:cNvSpPr/>
          <p:nvPr/>
        </p:nvSpPr>
        <p:spPr>
          <a:xfrm rot="2700000">
            <a:off x="7088426" y="1912987"/>
            <a:ext cx="314697" cy="129599"/>
          </a:xfrm>
          <a:custGeom>
            <a:avLst/>
            <a:gdLst/>
            <a:ahLst/>
            <a:cxnLst/>
            <a:rect l="l" t="t" r="r" b="b"/>
            <a:pathLst>
              <a:path w="12588" h="5184" fill="none" extrusionOk="0">
                <a:moveTo>
                  <a:pt x="12588" y="0"/>
                </a:moveTo>
                <a:lnTo>
                  <a:pt x="0" y="5183"/>
                </a:lnTo>
              </a:path>
            </a:pathLst>
          </a:custGeom>
          <a:noFill/>
          <a:ln w="285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8"/>
          <p:cNvSpPr/>
          <p:nvPr/>
        </p:nvSpPr>
        <p:spPr>
          <a:xfrm flipH="1">
            <a:off x="1143933"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2" name="Google Shape;722;p48"/>
          <p:cNvSpPr/>
          <p:nvPr/>
        </p:nvSpPr>
        <p:spPr>
          <a:xfrm flipH="1">
            <a:off x="1143933"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 name="Google Shape;723;p48"/>
          <p:cNvSpPr/>
          <p:nvPr/>
        </p:nvSpPr>
        <p:spPr>
          <a:xfrm>
            <a:off x="799930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 name="Google Shape;724;p48"/>
          <p:cNvSpPr/>
          <p:nvPr/>
        </p:nvSpPr>
        <p:spPr>
          <a:xfrm>
            <a:off x="799930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5" name="Google Shape;725;p48"/>
          <p:cNvSpPr/>
          <p:nvPr/>
        </p:nvSpPr>
        <p:spPr>
          <a:xfrm flipH="1">
            <a:off x="1143933"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6" name="Google Shape;726;p48"/>
          <p:cNvSpPr txBox="1">
            <a:spLocks noGrp="1"/>
          </p:cNvSpPr>
          <p:nvPr>
            <p:ph type="ctrTitle"/>
          </p:nvPr>
        </p:nvSpPr>
        <p:spPr>
          <a:xfrm flipH="1">
            <a:off x="2192250" y="-433825"/>
            <a:ext cx="4759500" cy="1887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7200" b="1">
                <a:solidFill>
                  <a:schemeClr val="accent1"/>
                </a:solidFill>
                <a:latin typeface="Quicksand"/>
                <a:ea typeface="Quicksand"/>
                <a:cs typeface="Quicksand"/>
                <a:sym typeface="Quicksand"/>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endParaRPr/>
          </a:p>
        </p:txBody>
      </p:sp>
      <p:sp>
        <p:nvSpPr>
          <p:cNvPr id="727" name="Google Shape;727;p48"/>
          <p:cNvSpPr txBox="1">
            <a:spLocks noGrp="1"/>
          </p:cNvSpPr>
          <p:nvPr>
            <p:ph type="subTitle" idx="1"/>
          </p:nvPr>
        </p:nvSpPr>
        <p:spPr>
          <a:xfrm flipH="1">
            <a:off x="2753850" y="1834025"/>
            <a:ext cx="3636300" cy="1571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sz="1400">
                <a:solidFill>
                  <a:schemeClr val="dk1"/>
                </a:solidFill>
              </a:defRPr>
            </a:lvl2pPr>
            <a:lvl3pPr lvl="2" algn="ctr" rtl="0">
              <a:lnSpc>
                <a:spcPct val="100000"/>
              </a:lnSpc>
              <a:spcBef>
                <a:spcPts val="0"/>
              </a:spcBef>
              <a:spcAft>
                <a:spcPts val="0"/>
              </a:spcAft>
              <a:buClr>
                <a:schemeClr val="dk1"/>
              </a:buClr>
              <a:buSzPts val="1400"/>
              <a:buNone/>
              <a:defRPr sz="1400">
                <a:solidFill>
                  <a:schemeClr val="dk1"/>
                </a:solidFill>
              </a:defRPr>
            </a:lvl3pPr>
            <a:lvl4pPr lvl="3" algn="ctr" rtl="0">
              <a:lnSpc>
                <a:spcPct val="100000"/>
              </a:lnSpc>
              <a:spcBef>
                <a:spcPts val="0"/>
              </a:spcBef>
              <a:spcAft>
                <a:spcPts val="0"/>
              </a:spcAft>
              <a:buClr>
                <a:schemeClr val="dk1"/>
              </a:buClr>
              <a:buSzPts val="1400"/>
              <a:buNone/>
              <a:defRPr sz="1400">
                <a:solidFill>
                  <a:schemeClr val="dk1"/>
                </a:solidFill>
              </a:defRPr>
            </a:lvl4pPr>
            <a:lvl5pPr lvl="4" algn="ctr" rtl="0">
              <a:lnSpc>
                <a:spcPct val="100000"/>
              </a:lnSpc>
              <a:spcBef>
                <a:spcPts val="0"/>
              </a:spcBef>
              <a:spcAft>
                <a:spcPts val="0"/>
              </a:spcAft>
              <a:buClr>
                <a:schemeClr val="dk1"/>
              </a:buClr>
              <a:buSzPts val="1400"/>
              <a:buNone/>
              <a:defRPr sz="1400">
                <a:solidFill>
                  <a:schemeClr val="dk1"/>
                </a:solidFill>
              </a:defRPr>
            </a:lvl5pPr>
            <a:lvl6pPr lvl="5" algn="ctr" rtl="0">
              <a:lnSpc>
                <a:spcPct val="100000"/>
              </a:lnSpc>
              <a:spcBef>
                <a:spcPts val="0"/>
              </a:spcBef>
              <a:spcAft>
                <a:spcPts val="0"/>
              </a:spcAft>
              <a:buClr>
                <a:schemeClr val="dk1"/>
              </a:buClr>
              <a:buSzPts val="1400"/>
              <a:buNone/>
              <a:defRPr sz="1400">
                <a:solidFill>
                  <a:schemeClr val="dk1"/>
                </a:solidFill>
              </a:defRPr>
            </a:lvl6pPr>
            <a:lvl7pPr lvl="6" algn="ctr" rtl="0">
              <a:lnSpc>
                <a:spcPct val="100000"/>
              </a:lnSpc>
              <a:spcBef>
                <a:spcPts val="0"/>
              </a:spcBef>
              <a:spcAft>
                <a:spcPts val="0"/>
              </a:spcAft>
              <a:buClr>
                <a:schemeClr val="dk1"/>
              </a:buClr>
              <a:buSzPts val="1400"/>
              <a:buNone/>
              <a:defRPr sz="1400">
                <a:solidFill>
                  <a:schemeClr val="dk1"/>
                </a:solidFill>
              </a:defRPr>
            </a:lvl7pPr>
            <a:lvl8pPr lvl="7" algn="ctr" rtl="0">
              <a:lnSpc>
                <a:spcPct val="100000"/>
              </a:lnSpc>
              <a:spcBef>
                <a:spcPts val="0"/>
              </a:spcBef>
              <a:spcAft>
                <a:spcPts val="0"/>
              </a:spcAft>
              <a:buClr>
                <a:schemeClr val="dk1"/>
              </a:buClr>
              <a:buSzPts val="1400"/>
              <a:buNone/>
              <a:defRPr sz="1400">
                <a:solidFill>
                  <a:schemeClr val="dk1"/>
                </a:solidFill>
              </a:defRPr>
            </a:lvl8pPr>
            <a:lvl9pPr lvl="8" algn="ctr" rtl="0">
              <a:lnSpc>
                <a:spcPct val="100000"/>
              </a:lnSpc>
              <a:spcBef>
                <a:spcPts val="0"/>
              </a:spcBef>
              <a:spcAft>
                <a:spcPts val="0"/>
              </a:spcAft>
              <a:buClr>
                <a:schemeClr val="dk1"/>
              </a:buClr>
              <a:buSzPts val="1400"/>
              <a:buNone/>
              <a:defRPr sz="1400">
                <a:solidFill>
                  <a:schemeClr val="dk1"/>
                </a:solidFill>
              </a:defRPr>
            </a:lvl9pPr>
          </a:lstStyle>
          <a:p>
            <a:endParaRPr/>
          </a:p>
        </p:txBody>
      </p:sp>
      <p:sp>
        <p:nvSpPr>
          <p:cNvPr id="728" name="Google Shape;728;p48"/>
          <p:cNvSpPr txBox="1"/>
          <p:nvPr/>
        </p:nvSpPr>
        <p:spPr>
          <a:xfrm>
            <a:off x="2753850" y="3844575"/>
            <a:ext cx="3636300" cy="934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300"/>
              </a:spcBef>
              <a:spcAft>
                <a:spcPts val="0"/>
              </a:spcAft>
              <a:buNone/>
            </a:pPr>
            <a:r>
              <a:rPr lang="en" sz="900">
                <a:solidFill>
                  <a:schemeClr val="dk1"/>
                </a:solidFill>
                <a:latin typeface="Nunito Sans"/>
                <a:ea typeface="Nunito Sans"/>
                <a:cs typeface="Nunito Sans"/>
                <a:sym typeface="Nunito Sans"/>
              </a:rPr>
              <a:t>CREDITS: This presentation template was created by</a:t>
            </a:r>
            <a:r>
              <a:rPr lang="en" sz="900" b="1">
                <a:solidFill>
                  <a:schemeClr val="lt1"/>
                </a:solidFill>
                <a:latin typeface="Nunito Sans"/>
                <a:ea typeface="Nunito Sans"/>
                <a:cs typeface="Nunito Sans"/>
                <a:sym typeface="Nunito Sans"/>
              </a:rPr>
              <a:t> </a:t>
            </a:r>
            <a:r>
              <a:rPr lang="en" sz="900" b="1">
                <a:solidFill>
                  <a:schemeClr val="lt1"/>
                </a:solidFill>
                <a:uFill>
                  <a:noFill/>
                </a:uFill>
                <a:latin typeface="Nunito Sans"/>
                <a:ea typeface="Nunito Sans"/>
                <a:cs typeface="Nunito Sans"/>
                <a:sym typeface="Nunito Sans"/>
                <a:hlinkClick r:id="rId2">
                  <a:extLst>
                    <a:ext uri="{A12FA001-AC4F-418D-AE19-62706E023703}">
                      <ahyp:hlinkClr xmlns:ahyp="http://schemas.microsoft.com/office/drawing/2018/hyperlinkcolor" val="tx"/>
                    </a:ext>
                  </a:extLst>
                </a:hlinkClick>
              </a:rPr>
              <a:t>Slidesgo</a:t>
            </a:r>
            <a:r>
              <a:rPr lang="en" sz="900">
                <a:solidFill>
                  <a:schemeClr val="lt1"/>
                </a:solidFill>
                <a:latin typeface="Nunito Sans"/>
                <a:ea typeface="Nunito Sans"/>
                <a:cs typeface="Nunito Sans"/>
                <a:sym typeface="Nunito Sans"/>
              </a:rPr>
              <a:t>,</a:t>
            </a:r>
            <a:r>
              <a:rPr lang="en" sz="900">
                <a:solidFill>
                  <a:schemeClr val="dk1"/>
                </a:solidFill>
                <a:latin typeface="Nunito Sans"/>
                <a:ea typeface="Nunito Sans"/>
                <a:cs typeface="Nunito Sans"/>
                <a:sym typeface="Nunito Sans"/>
              </a:rPr>
              <a:t> including icons by </a:t>
            </a:r>
            <a:r>
              <a:rPr lang="en" sz="900" b="1">
                <a:solidFill>
                  <a:schemeClr val="lt1"/>
                </a:solidFill>
                <a:uFill>
                  <a:noFill/>
                </a:uFill>
                <a:latin typeface="Nunito Sans"/>
                <a:ea typeface="Nunito Sans"/>
                <a:cs typeface="Nunito Sans"/>
                <a:sym typeface="Nunito Sans"/>
                <a:hlinkClick r:id="rId3">
                  <a:extLst>
                    <a:ext uri="{A12FA001-AC4F-418D-AE19-62706E023703}">
                      <ahyp:hlinkClr xmlns:ahyp="http://schemas.microsoft.com/office/drawing/2018/hyperlinkcolor" val="tx"/>
                    </a:ext>
                  </a:extLst>
                </a:hlinkClick>
              </a:rPr>
              <a:t>Flaticon</a:t>
            </a:r>
            <a:r>
              <a:rPr lang="en" sz="900">
                <a:solidFill>
                  <a:schemeClr val="dk1"/>
                </a:solidFill>
                <a:latin typeface="Nunito Sans"/>
                <a:ea typeface="Nunito Sans"/>
                <a:cs typeface="Nunito Sans"/>
                <a:sym typeface="Nunito Sans"/>
              </a:rPr>
              <a:t>, and infographics &amp; images by </a:t>
            </a:r>
            <a:r>
              <a:rPr lang="en" sz="900" b="1">
                <a:solidFill>
                  <a:schemeClr val="lt1"/>
                </a:solidFill>
                <a:uFill>
                  <a:noFill/>
                </a:uFill>
                <a:latin typeface="Nunito Sans"/>
                <a:ea typeface="Nunito Sans"/>
                <a:cs typeface="Nunito Sans"/>
                <a:sym typeface="Nunito Sans"/>
                <a:hlinkClick r:id="rId4">
                  <a:extLst>
                    <a:ext uri="{A12FA001-AC4F-418D-AE19-62706E023703}">
                      <ahyp:hlinkClr xmlns:ahyp="http://schemas.microsoft.com/office/drawing/2018/hyperlinkcolor" val="tx"/>
                    </a:ext>
                  </a:extLst>
                </a:hlinkClick>
              </a:rPr>
              <a:t>Freepik</a:t>
            </a:r>
            <a:r>
              <a:rPr lang="en" sz="900">
                <a:solidFill>
                  <a:schemeClr val="dk1"/>
                </a:solidFill>
                <a:latin typeface="Nunito Sans"/>
                <a:ea typeface="Nunito Sans"/>
                <a:cs typeface="Nunito Sans"/>
                <a:sym typeface="Nunito Sans"/>
              </a:rPr>
              <a:t>. </a:t>
            </a:r>
            <a:endParaRPr sz="900">
              <a:solidFill>
                <a:schemeClr val="dk1"/>
              </a:solidFill>
              <a:latin typeface="Nunito Sans"/>
              <a:ea typeface="Nunito Sans"/>
              <a:cs typeface="Nunito Sans"/>
              <a:sym typeface="Nunito Sans"/>
            </a:endParaRPr>
          </a:p>
          <a:p>
            <a:pPr marL="0" lvl="0" indent="0" algn="ctr" rtl="0">
              <a:spcBef>
                <a:spcPts val="0"/>
              </a:spcBef>
              <a:spcAft>
                <a:spcPts val="0"/>
              </a:spcAft>
              <a:buNone/>
            </a:pPr>
            <a:endParaRPr sz="900">
              <a:solidFill>
                <a:schemeClr val="dk1"/>
              </a:solidFill>
              <a:latin typeface="Nunito Sans"/>
              <a:ea typeface="Nunito Sans"/>
              <a:cs typeface="Nunito Sans"/>
              <a:sym typeface="Nunito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18_2">
    <p:bg>
      <p:bgPr>
        <a:solidFill>
          <a:schemeClr val="accent1"/>
        </a:solidFill>
        <a:effectLst/>
      </p:bgPr>
    </p:bg>
    <p:spTree>
      <p:nvGrpSpPr>
        <p:cNvPr id="1" name="Shape 729"/>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2 ">
  <p:cSld name="CUSTOM_18_1_2">
    <p:bg>
      <p:bgPr>
        <a:solidFill>
          <a:schemeClr val="accent2"/>
        </a:solidFill>
        <a:effectLst/>
      </p:bgPr>
    </p:bg>
    <p:spTree>
      <p:nvGrpSpPr>
        <p:cNvPr id="1" name="Shape 730"/>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3 ">
  <p:cSld name="CUSTOM_18_1_1_1">
    <p:bg>
      <p:bgPr>
        <a:solidFill>
          <a:schemeClr val="accent3"/>
        </a:solidFill>
        <a:effectLst/>
      </p:bgPr>
    </p:bg>
    <p:spTree>
      <p:nvGrpSpPr>
        <p:cNvPr id="1" name="Shape 7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Quicksand SemiBold"/>
              <a:buNone/>
              <a:defRPr sz="2800">
                <a:solidFill>
                  <a:schemeClr val="dk1"/>
                </a:solidFill>
                <a:latin typeface="Quicksand SemiBold"/>
                <a:ea typeface="Quicksand SemiBold"/>
                <a:cs typeface="Quicksand SemiBold"/>
                <a:sym typeface="Quicksand SemiBold"/>
              </a:defRPr>
            </a:lvl1pPr>
            <a:lvl2pPr lvl="1">
              <a:spcBef>
                <a:spcPts val="0"/>
              </a:spcBef>
              <a:spcAft>
                <a:spcPts val="0"/>
              </a:spcAft>
              <a:buClr>
                <a:schemeClr val="dk1"/>
              </a:buClr>
              <a:buSzPts val="2800"/>
              <a:buFont typeface="Quicksand SemiBold"/>
              <a:buNone/>
              <a:defRPr sz="2800">
                <a:solidFill>
                  <a:schemeClr val="dk1"/>
                </a:solidFill>
                <a:latin typeface="Quicksand SemiBold"/>
                <a:ea typeface="Quicksand SemiBold"/>
                <a:cs typeface="Quicksand SemiBold"/>
                <a:sym typeface="Quicksand SemiBold"/>
              </a:defRPr>
            </a:lvl2pPr>
            <a:lvl3pPr lvl="2">
              <a:spcBef>
                <a:spcPts val="0"/>
              </a:spcBef>
              <a:spcAft>
                <a:spcPts val="0"/>
              </a:spcAft>
              <a:buClr>
                <a:schemeClr val="dk1"/>
              </a:buClr>
              <a:buSzPts val="2800"/>
              <a:buFont typeface="Quicksand SemiBold"/>
              <a:buNone/>
              <a:defRPr sz="2800">
                <a:solidFill>
                  <a:schemeClr val="dk1"/>
                </a:solidFill>
                <a:latin typeface="Quicksand SemiBold"/>
                <a:ea typeface="Quicksand SemiBold"/>
                <a:cs typeface="Quicksand SemiBold"/>
                <a:sym typeface="Quicksand SemiBold"/>
              </a:defRPr>
            </a:lvl3pPr>
            <a:lvl4pPr lvl="3">
              <a:spcBef>
                <a:spcPts val="0"/>
              </a:spcBef>
              <a:spcAft>
                <a:spcPts val="0"/>
              </a:spcAft>
              <a:buClr>
                <a:schemeClr val="dk1"/>
              </a:buClr>
              <a:buSzPts val="2800"/>
              <a:buFont typeface="Quicksand SemiBold"/>
              <a:buNone/>
              <a:defRPr sz="2800">
                <a:solidFill>
                  <a:schemeClr val="dk1"/>
                </a:solidFill>
                <a:latin typeface="Quicksand SemiBold"/>
                <a:ea typeface="Quicksand SemiBold"/>
                <a:cs typeface="Quicksand SemiBold"/>
                <a:sym typeface="Quicksand SemiBold"/>
              </a:defRPr>
            </a:lvl4pPr>
            <a:lvl5pPr lvl="4">
              <a:spcBef>
                <a:spcPts val="0"/>
              </a:spcBef>
              <a:spcAft>
                <a:spcPts val="0"/>
              </a:spcAft>
              <a:buClr>
                <a:schemeClr val="dk1"/>
              </a:buClr>
              <a:buSzPts val="2800"/>
              <a:buFont typeface="Quicksand SemiBold"/>
              <a:buNone/>
              <a:defRPr sz="2800">
                <a:solidFill>
                  <a:schemeClr val="dk1"/>
                </a:solidFill>
                <a:latin typeface="Quicksand SemiBold"/>
                <a:ea typeface="Quicksand SemiBold"/>
                <a:cs typeface="Quicksand SemiBold"/>
                <a:sym typeface="Quicksand SemiBold"/>
              </a:defRPr>
            </a:lvl5pPr>
            <a:lvl6pPr lvl="5">
              <a:spcBef>
                <a:spcPts val="0"/>
              </a:spcBef>
              <a:spcAft>
                <a:spcPts val="0"/>
              </a:spcAft>
              <a:buClr>
                <a:schemeClr val="dk1"/>
              </a:buClr>
              <a:buSzPts val="2800"/>
              <a:buFont typeface="Quicksand SemiBold"/>
              <a:buNone/>
              <a:defRPr sz="2800">
                <a:solidFill>
                  <a:schemeClr val="dk1"/>
                </a:solidFill>
                <a:latin typeface="Quicksand SemiBold"/>
                <a:ea typeface="Quicksand SemiBold"/>
                <a:cs typeface="Quicksand SemiBold"/>
                <a:sym typeface="Quicksand SemiBold"/>
              </a:defRPr>
            </a:lvl6pPr>
            <a:lvl7pPr lvl="6">
              <a:spcBef>
                <a:spcPts val="0"/>
              </a:spcBef>
              <a:spcAft>
                <a:spcPts val="0"/>
              </a:spcAft>
              <a:buClr>
                <a:schemeClr val="dk1"/>
              </a:buClr>
              <a:buSzPts val="2800"/>
              <a:buFont typeface="Quicksand SemiBold"/>
              <a:buNone/>
              <a:defRPr sz="2800">
                <a:solidFill>
                  <a:schemeClr val="dk1"/>
                </a:solidFill>
                <a:latin typeface="Quicksand SemiBold"/>
                <a:ea typeface="Quicksand SemiBold"/>
                <a:cs typeface="Quicksand SemiBold"/>
                <a:sym typeface="Quicksand SemiBold"/>
              </a:defRPr>
            </a:lvl7pPr>
            <a:lvl8pPr lvl="7">
              <a:spcBef>
                <a:spcPts val="0"/>
              </a:spcBef>
              <a:spcAft>
                <a:spcPts val="0"/>
              </a:spcAft>
              <a:buClr>
                <a:schemeClr val="dk1"/>
              </a:buClr>
              <a:buSzPts val="2800"/>
              <a:buFont typeface="Quicksand SemiBold"/>
              <a:buNone/>
              <a:defRPr sz="2800">
                <a:solidFill>
                  <a:schemeClr val="dk1"/>
                </a:solidFill>
                <a:latin typeface="Quicksand SemiBold"/>
                <a:ea typeface="Quicksand SemiBold"/>
                <a:cs typeface="Quicksand SemiBold"/>
                <a:sym typeface="Quicksand SemiBold"/>
              </a:defRPr>
            </a:lvl8pPr>
            <a:lvl9pPr lvl="8">
              <a:spcBef>
                <a:spcPts val="0"/>
              </a:spcBef>
              <a:spcAft>
                <a:spcPts val="0"/>
              </a:spcAft>
              <a:buClr>
                <a:schemeClr val="dk1"/>
              </a:buClr>
              <a:buSzPts val="2800"/>
              <a:buFont typeface="Quicksand SemiBold"/>
              <a:buNone/>
              <a:defRPr sz="2800">
                <a:solidFill>
                  <a:schemeClr val="dk1"/>
                </a:solidFill>
                <a:latin typeface="Quicksand SemiBold"/>
                <a:ea typeface="Quicksand SemiBold"/>
                <a:cs typeface="Quicksand SemiBold"/>
                <a:sym typeface="Quicksand SemiBo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Nunito Sans"/>
              <a:buChar char="●"/>
              <a:defRPr sz="1800">
                <a:solidFill>
                  <a:schemeClr val="dk2"/>
                </a:solidFill>
                <a:latin typeface="Nunito Sans"/>
                <a:ea typeface="Nunito Sans"/>
                <a:cs typeface="Nunito Sans"/>
                <a:sym typeface="Nunito Sans"/>
              </a:defRPr>
            </a:lvl1pPr>
            <a:lvl2pPr marL="914400" lvl="1" indent="-317500">
              <a:lnSpc>
                <a:spcPct val="115000"/>
              </a:lnSpc>
              <a:spcBef>
                <a:spcPts val="160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2pPr>
            <a:lvl3pPr marL="1371600" lvl="2" indent="-317500">
              <a:lnSpc>
                <a:spcPct val="115000"/>
              </a:lnSpc>
              <a:spcBef>
                <a:spcPts val="160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3pPr>
            <a:lvl4pPr marL="1828800" lvl="3" indent="-317500">
              <a:lnSpc>
                <a:spcPct val="115000"/>
              </a:lnSpc>
              <a:spcBef>
                <a:spcPts val="160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4pPr>
            <a:lvl5pPr marL="2286000" lvl="4" indent="-317500">
              <a:lnSpc>
                <a:spcPct val="115000"/>
              </a:lnSpc>
              <a:spcBef>
                <a:spcPts val="160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5pPr>
            <a:lvl6pPr marL="2743200" lvl="5" indent="-317500">
              <a:lnSpc>
                <a:spcPct val="115000"/>
              </a:lnSpc>
              <a:spcBef>
                <a:spcPts val="160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6pPr>
            <a:lvl7pPr marL="3200400" lvl="6" indent="-317500">
              <a:lnSpc>
                <a:spcPct val="115000"/>
              </a:lnSpc>
              <a:spcBef>
                <a:spcPts val="160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7pPr>
            <a:lvl8pPr marL="3657600" lvl="7" indent="-317500">
              <a:lnSpc>
                <a:spcPct val="115000"/>
              </a:lnSpc>
              <a:spcBef>
                <a:spcPts val="160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8pPr>
            <a:lvl9pPr marL="4114800" lvl="8" indent="-317500">
              <a:lnSpc>
                <a:spcPct val="115000"/>
              </a:lnSpc>
              <a:spcBef>
                <a:spcPts val="1600"/>
              </a:spcBef>
              <a:spcAft>
                <a:spcPts val="1600"/>
              </a:spcAft>
              <a:buClr>
                <a:schemeClr val="dk2"/>
              </a:buClr>
              <a:buSzPts val="1400"/>
              <a:buFont typeface="Nunito Sans"/>
              <a:buChar char="■"/>
              <a:defRPr>
                <a:solidFill>
                  <a:schemeClr val="dk2"/>
                </a:solidFill>
                <a:latin typeface="Nunito Sans"/>
                <a:ea typeface="Nunito Sans"/>
                <a:cs typeface="Nunito Sans"/>
                <a:sym typeface="Nunito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5" r:id="rId5"/>
    <p:sldLayoutId id="2147483658" r:id="rId6"/>
    <p:sldLayoutId id="2147483659" r:id="rId7"/>
    <p:sldLayoutId id="2147483661" r:id="rId8"/>
    <p:sldLayoutId id="2147483663" r:id="rId9"/>
    <p:sldLayoutId id="2147483675" r:id="rId10"/>
    <p:sldLayoutId id="2147483690" r:id="rId11"/>
    <p:sldLayoutId id="2147483692" r:id="rId12"/>
    <p:sldLayoutId id="2147483693" r:id="rId13"/>
    <p:sldLayoutId id="2147483694" r:id="rId14"/>
    <p:sldLayoutId id="2147483695" r:id="rId15"/>
    <p:sldLayoutId id="2147483696" r:id="rId16"/>
    <p:sldLayoutId id="2147483697"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slide" Target="slide18.xml"/></Relationships>
</file>

<file path=ppt/slides/_rels/slide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slide" Target="slide5.xml"/></Relationships>
</file>

<file path=ppt/slides/_rels/slide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hyperlink" Target="https://drive.google.com/drive/folders/1pSRkoEDI7fAShOkXvJaYRcaR7MKko3zD"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slide" Target="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1" name="Google Shape;741;p54"/>
          <p:cNvSpPr txBox="1">
            <a:spLocks noGrp="1"/>
          </p:cNvSpPr>
          <p:nvPr>
            <p:ph type="ctrTitle"/>
          </p:nvPr>
        </p:nvSpPr>
        <p:spPr>
          <a:xfrm>
            <a:off x="338667" y="840983"/>
            <a:ext cx="4980384" cy="3754948"/>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3500" dirty="0"/>
              <a:t>Como condiciona el entorno </a:t>
            </a:r>
            <a:br>
              <a:rPr lang="en" sz="3500" dirty="0"/>
            </a:br>
            <a:r>
              <a:rPr lang="en" sz="3500" dirty="0"/>
              <a:t>socioemocional</a:t>
            </a:r>
            <a:br>
              <a:rPr lang="en" sz="3500" dirty="0"/>
            </a:br>
            <a:r>
              <a:rPr lang="en" sz="3500" dirty="0"/>
              <a:t>infantil en el </a:t>
            </a:r>
            <a:br>
              <a:rPr lang="en" sz="3500" dirty="0"/>
            </a:br>
            <a:r>
              <a:rPr lang="en" sz="3500" dirty="0"/>
              <a:t>rendimiento de </a:t>
            </a:r>
            <a:br>
              <a:rPr lang="en" sz="3500" dirty="0"/>
            </a:br>
            <a:r>
              <a:rPr lang="en" sz="3500" dirty="0"/>
              <a:t>reflexión cognitiva </a:t>
            </a:r>
            <a:br>
              <a:rPr lang="en" sz="3500" dirty="0"/>
            </a:br>
            <a:r>
              <a:rPr lang="en" sz="3500" dirty="0"/>
              <a:t>adulta</a:t>
            </a:r>
            <a:endParaRPr sz="3500" dirty="0"/>
          </a:p>
        </p:txBody>
      </p:sp>
      <p:pic>
        <p:nvPicPr>
          <p:cNvPr id="1036" name="Picture 12">
            <a:extLst>
              <a:ext uri="{FF2B5EF4-FFF2-40B4-BE49-F238E27FC236}">
                <a16:creationId xmlns:a16="http://schemas.microsoft.com/office/drawing/2014/main" id="{0BB7A6B2-478C-670A-EF4A-E147A12006A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96" t="3056" r="5894" b="-3056"/>
          <a:stretch/>
        </p:blipFill>
        <p:spPr bwMode="auto">
          <a:xfrm>
            <a:off x="5389052" y="732649"/>
            <a:ext cx="3754948" cy="3754948"/>
          </a:xfrm>
          <a:prstGeom prst="flowChartConnector">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56"/>
          <p:cNvSpPr txBox="1">
            <a:spLocks noGrp="1"/>
          </p:cNvSpPr>
          <p:nvPr>
            <p:ph type="ctrTitle" idx="9"/>
          </p:nvPr>
        </p:nvSpPr>
        <p:spPr>
          <a:xfrm>
            <a:off x="1053716" y="293376"/>
            <a:ext cx="67689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CONTENIDOS</a:t>
            </a:r>
            <a:endParaRPr dirty="0"/>
          </a:p>
        </p:txBody>
      </p:sp>
      <p:sp>
        <p:nvSpPr>
          <p:cNvPr id="754" name="Google Shape;754;p56"/>
          <p:cNvSpPr/>
          <p:nvPr/>
        </p:nvSpPr>
        <p:spPr>
          <a:xfrm>
            <a:off x="4438166" y="1295913"/>
            <a:ext cx="1861200" cy="1861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6">
            <a:hlinkClick r:id="" action="ppaction://noaction"/>
          </p:cNvPr>
          <p:cNvSpPr txBox="1">
            <a:spLocks noGrp="1"/>
          </p:cNvSpPr>
          <p:nvPr>
            <p:ph type="title" idx="4"/>
          </p:nvPr>
        </p:nvSpPr>
        <p:spPr>
          <a:xfrm>
            <a:off x="4523032" y="1937613"/>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03</a:t>
            </a:r>
            <a:endParaRPr dirty="0">
              <a:solidFill>
                <a:schemeClr val="lt1"/>
              </a:solidFill>
            </a:endParaRPr>
          </a:p>
        </p:txBody>
      </p:sp>
      <p:sp>
        <p:nvSpPr>
          <p:cNvPr id="756" name="Google Shape;756;p56"/>
          <p:cNvSpPr/>
          <p:nvPr/>
        </p:nvSpPr>
        <p:spPr>
          <a:xfrm>
            <a:off x="1122299" y="1295913"/>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6"/>
          <p:cNvSpPr/>
          <p:nvPr/>
        </p:nvSpPr>
        <p:spPr>
          <a:xfrm>
            <a:off x="2769700" y="1295913"/>
            <a:ext cx="1861200" cy="1861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6"/>
          <p:cNvSpPr txBox="1">
            <a:spLocks noGrp="1"/>
          </p:cNvSpPr>
          <p:nvPr>
            <p:ph type="ctrTitle" idx="7"/>
          </p:nvPr>
        </p:nvSpPr>
        <p:spPr>
          <a:xfrm>
            <a:off x="2130999" y="3147609"/>
            <a:ext cx="3062100"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TEST</a:t>
            </a:r>
            <a:endParaRPr dirty="0"/>
          </a:p>
        </p:txBody>
      </p:sp>
      <p:sp>
        <p:nvSpPr>
          <p:cNvPr id="759" name="Google Shape;759;p56"/>
          <p:cNvSpPr txBox="1">
            <a:spLocks noGrp="1"/>
          </p:cNvSpPr>
          <p:nvPr>
            <p:ph type="ctrTitle"/>
          </p:nvPr>
        </p:nvSpPr>
        <p:spPr>
          <a:xfrm>
            <a:off x="44500" y="3414793"/>
            <a:ext cx="28422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RESUMEN</a:t>
            </a:r>
            <a:endParaRPr dirty="0"/>
          </a:p>
        </p:txBody>
      </p:sp>
      <p:sp>
        <p:nvSpPr>
          <p:cNvPr id="761" name="Google Shape;761;p56">
            <a:hlinkClick r:id="rId3" action="ppaction://hlinksldjump"/>
          </p:cNvPr>
          <p:cNvSpPr txBox="1">
            <a:spLocks noGrp="1"/>
          </p:cNvSpPr>
          <p:nvPr>
            <p:ph type="title" idx="2"/>
          </p:nvPr>
        </p:nvSpPr>
        <p:spPr>
          <a:xfrm>
            <a:off x="1154934" y="1993950"/>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01</a:t>
            </a:r>
            <a:endParaRPr dirty="0">
              <a:solidFill>
                <a:schemeClr val="lt1"/>
              </a:solidFill>
            </a:endParaRPr>
          </a:p>
        </p:txBody>
      </p:sp>
      <p:sp>
        <p:nvSpPr>
          <p:cNvPr id="764" name="Google Shape;764;p56">
            <a:hlinkClick r:id="rId4" action="ppaction://hlinksldjump"/>
          </p:cNvPr>
          <p:cNvSpPr txBox="1">
            <a:spLocks noGrp="1"/>
          </p:cNvSpPr>
          <p:nvPr>
            <p:ph type="title" idx="6"/>
          </p:nvPr>
        </p:nvSpPr>
        <p:spPr>
          <a:xfrm>
            <a:off x="2818200" y="1993950"/>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02</a:t>
            </a:r>
            <a:endParaRPr dirty="0">
              <a:solidFill>
                <a:schemeClr val="lt1"/>
              </a:solidFill>
            </a:endParaRPr>
          </a:p>
        </p:txBody>
      </p:sp>
      <p:sp>
        <p:nvSpPr>
          <p:cNvPr id="765" name="Google Shape;765;p56"/>
          <p:cNvSpPr txBox="1">
            <a:spLocks noGrp="1"/>
          </p:cNvSpPr>
          <p:nvPr>
            <p:ph type="ctrTitle" idx="8"/>
          </p:nvPr>
        </p:nvSpPr>
        <p:spPr>
          <a:xfrm>
            <a:off x="4483864" y="3414793"/>
            <a:ext cx="1861199"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HIPÓTESIS</a:t>
            </a:r>
            <a:endParaRPr dirty="0"/>
          </a:p>
        </p:txBody>
      </p:sp>
      <p:sp>
        <p:nvSpPr>
          <p:cNvPr id="2" name="Google Shape;756;p56">
            <a:extLst>
              <a:ext uri="{FF2B5EF4-FFF2-40B4-BE49-F238E27FC236}">
                <a16:creationId xmlns:a16="http://schemas.microsoft.com/office/drawing/2014/main" id="{C3C7691E-51B2-3EFF-0DDD-774B6707D9A5}"/>
              </a:ext>
            </a:extLst>
          </p:cNvPr>
          <p:cNvSpPr/>
          <p:nvPr/>
        </p:nvSpPr>
        <p:spPr>
          <a:xfrm>
            <a:off x="6146898" y="1295913"/>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55;p56">
            <a:hlinkClick r:id="" action="ppaction://noaction"/>
            <a:extLst>
              <a:ext uri="{FF2B5EF4-FFF2-40B4-BE49-F238E27FC236}">
                <a16:creationId xmlns:a16="http://schemas.microsoft.com/office/drawing/2014/main" id="{5A4BFCB7-ECCD-6896-A48B-3BB42478C70D}"/>
              </a:ext>
            </a:extLst>
          </p:cNvPr>
          <p:cNvSpPr txBox="1">
            <a:spLocks/>
          </p:cNvSpPr>
          <p:nvPr/>
        </p:nvSpPr>
        <p:spPr>
          <a:xfrm>
            <a:off x="6200598" y="1989007"/>
            <a:ext cx="1753800" cy="57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4800"/>
              <a:buFont typeface="Quicksand SemiBold"/>
              <a:buNone/>
              <a:defRPr sz="6000" b="1" i="0" u="none" strike="noStrike" cap="none">
                <a:solidFill>
                  <a:schemeClr val="accent1"/>
                </a:solidFill>
                <a:latin typeface="Quicksand SemiBold"/>
                <a:ea typeface="Quicksand SemiBold"/>
                <a:cs typeface="Quicksand SemiBold"/>
                <a:sym typeface="Quicksand SemiBold"/>
              </a:defRPr>
            </a:lvl1pPr>
            <a:lvl2pPr marR="0" lvl="1"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9pPr>
          </a:lstStyle>
          <a:p>
            <a:r>
              <a:rPr lang="en" dirty="0">
                <a:solidFill>
                  <a:schemeClr val="lt1"/>
                </a:solidFill>
              </a:rPr>
              <a:t>04</a:t>
            </a:r>
          </a:p>
        </p:txBody>
      </p:sp>
      <p:sp>
        <p:nvSpPr>
          <p:cNvPr id="8" name="Google Shape;759;p56">
            <a:extLst>
              <a:ext uri="{FF2B5EF4-FFF2-40B4-BE49-F238E27FC236}">
                <a16:creationId xmlns:a16="http://schemas.microsoft.com/office/drawing/2014/main" id="{E395B1FF-D6C5-E86D-81A4-1DF35F95632C}"/>
              </a:ext>
            </a:extLst>
          </p:cNvPr>
          <p:cNvSpPr txBox="1">
            <a:spLocks/>
          </p:cNvSpPr>
          <p:nvPr/>
        </p:nvSpPr>
        <p:spPr>
          <a:xfrm>
            <a:off x="5079147" y="3139370"/>
            <a:ext cx="2842200"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SzPts val="1200"/>
              <a:buFont typeface="Quicksand SemiBold"/>
              <a:buNone/>
              <a:defRPr sz="2400" b="1" i="0" u="none" strike="noStrike" cap="none">
                <a:solidFill>
                  <a:schemeClr val="accent1"/>
                </a:solidFill>
                <a:latin typeface="Quicksand SemiBold"/>
                <a:ea typeface="Quicksand SemiBold"/>
                <a:cs typeface="Quicksand SemiBold"/>
                <a:sym typeface="Quicksand SemiBold"/>
              </a:defRPr>
            </a:lvl1pPr>
            <a:lvl2pPr marR="0" lvl="1"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2pPr>
            <a:lvl3pPr marR="0" lvl="2"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3pPr>
            <a:lvl4pPr marR="0" lvl="3"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4pPr>
            <a:lvl5pPr marR="0" lvl="4"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5pPr>
            <a:lvl6pPr marR="0" lvl="5"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6pPr>
            <a:lvl7pPr marR="0" lvl="6"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7pPr>
            <a:lvl8pPr marR="0" lvl="7"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8pPr>
            <a:lvl9pPr marR="0" lvl="8"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9pPr>
          </a:lstStyle>
          <a:p>
            <a:r>
              <a:rPr lang="es-AR" dirty="0"/>
              <a:t>MÉTODO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56"/>
          <p:cNvSpPr txBox="1">
            <a:spLocks noGrp="1"/>
          </p:cNvSpPr>
          <p:nvPr>
            <p:ph type="ctrTitle" idx="9"/>
          </p:nvPr>
        </p:nvSpPr>
        <p:spPr>
          <a:xfrm>
            <a:off x="1053716" y="293376"/>
            <a:ext cx="67689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CONTENIDOS</a:t>
            </a:r>
            <a:endParaRPr dirty="0"/>
          </a:p>
        </p:txBody>
      </p:sp>
      <p:sp>
        <p:nvSpPr>
          <p:cNvPr id="754" name="Google Shape;754;p56"/>
          <p:cNvSpPr/>
          <p:nvPr/>
        </p:nvSpPr>
        <p:spPr>
          <a:xfrm>
            <a:off x="4438166" y="1295913"/>
            <a:ext cx="1861200" cy="1861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6">
            <a:hlinkClick r:id="" action="ppaction://noaction"/>
          </p:cNvPr>
          <p:cNvSpPr txBox="1">
            <a:spLocks noGrp="1"/>
          </p:cNvSpPr>
          <p:nvPr>
            <p:ph type="title" idx="4"/>
          </p:nvPr>
        </p:nvSpPr>
        <p:spPr>
          <a:xfrm>
            <a:off x="4523032" y="1937613"/>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07</a:t>
            </a:r>
            <a:endParaRPr dirty="0">
              <a:solidFill>
                <a:schemeClr val="lt1"/>
              </a:solidFill>
            </a:endParaRPr>
          </a:p>
        </p:txBody>
      </p:sp>
      <p:sp>
        <p:nvSpPr>
          <p:cNvPr id="756" name="Google Shape;756;p56"/>
          <p:cNvSpPr/>
          <p:nvPr/>
        </p:nvSpPr>
        <p:spPr>
          <a:xfrm>
            <a:off x="1122299" y="1295913"/>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6"/>
          <p:cNvSpPr/>
          <p:nvPr/>
        </p:nvSpPr>
        <p:spPr>
          <a:xfrm>
            <a:off x="2769700" y="1295913"/>
            <a:ext cx="1861200" cy="1861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6"/>
          <p:cNvSpPr txBox="1">
            <a:spLocks noGrp="1"/>
          </p:cNvSpPr>
          <p:nvPr>
            <p:ph type="ctrTitle" idx="7"/>
          </p:nvPr>
        </p:nvSpPr>
        <p:spPr>
          <a:xfrm>
            <a:off x="2661093" y="2306356"/>
            <a:ext cx="2164554" cy="144912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OPINIÓN IA</a:t>
            </a:r>
            <a:endParaRPr dirty="0"/>
          </a:p>
        </p:txBody>
      </p:sp>
      <p:sp>
        <p:nvSpPr>
          <p:cNvPr id="759" name="Google Shape;759;p56"/>
          <p:cNvSpPr txBox="1">
            <a:spLocks noGrp="1"/>
          </p:cNvSpPr>
          <p:nvPr>
            <p:ph type="ctrTitle"/>
          </p:nvPr>
        </p:nvSpPr>
        <p:spPr>
          <a:xfrm>
            <a:off x="44500" y="3414793"/>
            <a:ext cx="28422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ANÁLISIS</a:t>
            </a:r>
            <a:endParaRPr dirty="0"/>
          </a:p>
        </p:txBody>
      </p:sp>
      <p:sp>
        <p:nvSpPr>
          <p:cNvPr id="761" name="Google Shape;761;p56">
            <a:hlinkClick r:id="rId3" action="ppaction://hlinksldjump"/>
          </p:cNvPr>
          <p:cNvSpPr txBox="1">
            <a:spLocks noGrp="1"/>
          </p:cNvSpPr>
          <p:nvPr>
            <p:ph type="title" idx="2"/>
          </p:nvPr>
        </p:nvSpPr>
        <p:spPr>
          <a:xfrm>
            <a:off x="1154934" y="1993950"/>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05</a:t>
            </a:r>
            <a:endParaRPr dirty="0">
              <a:solidFill>
                <a:schemeClr val="lt1"/>
              </a:solidFill>
            </a:endParaRPr>
          </a:p>
        </p:txBody>
      </p:sp>
      <p:sp>
        <p:nvSpPr>
          <p:cNvPr id="764" name="Google Shape;764;p56">
            <a:hlinkClick r:id="" action="ppaction://noaction"/>
          </p:cNvPr>
          <p:cNvSpPr txBox="1">
            <a:spLocks noGrp="1"/>
          </p:cNvSpPr>
          <p:nvPr>
            <p:ph type="title" idx="6"/>
          </p:nvPr>
        </p:nvSpPr>
        <p:spPr>
          <a:xfrm>
            <a:off x="2818200" y="1993950"/>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06</a:t>
            </a:r>
            <a:endParaRPr dirty="0">
              <a:solidFill>
                <a:schemeClr val="lt1"/>
              </a:solidFill>
            </a:endParaRPr>
          </a:p>
        </p:txBody>
      </p:sp>
      <p:sp>
        <p:nvSpPr>
          <p:cNvPr id="765" name="Google Shape;765;p56"/>
          <p:cNvSpPr txBox="1">
            <a:spLocks noGrp="1"/>
          </p:cNvSpPr>
          <p:nvPr>
            <p:ph type="ctrTitle" idx="8"/>
          </p:nvPr>
        </p:nvSpPr>
        <p:spPr>
          <a:xfrm>
            <a:off x="4355379" y="3414793"/>
            <a:ext cx="2164554"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CONCLUSIÓN</a:t>
            </a:r>
            <a:endParaRPr dirty="0"/>
          </a:p>
        </p:txBody>
      </p:sp>
      <p:sp>
        <p:nvSpPr>
          <p:cNvPr id="2" name="Google Shape;756;p56">
            <a:extLst>
              <a:ext uri="{FF2B5EF4-FFF2-40B4-BE49-F238E27FC236}">
                <a16:creationId xmlns:a16="http://schemas.microsoft.com/office/drawing/2014/main" id="{C3C7691E-51B2-3EFF-0DDD-774B6707D9A5}"/>
              </a:ext>
            </a:extLst>
          </p:cNvPr>
          <p:cNvSpPr/>
          <p:nvPr/>
        </p:nvSpPr>
        <p:spPr>
          <a:xfrm>
            <a:off x="6146898" y="1295913"/>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55;p56">
            <a:hlinkClick r:id="" action="ppaction://noaction"/>
            <a:extLst>
              <a:ext uri="{FF2B5EF4-FFF2-40B4-BE49-F238E27FC236}">
                <a16:creationId xmlns:a16="http://schemas.microsoft.com/office/drawing/2014/main" id="{5A4BFCB7-ECCD-6896-A48B-3BB42478C70D}"/>
              </a:ext>
            </a:extLst>
          </p:cNvPr>
          <p:cNvSpPr txBox="1">
            <a:spLocks/>
          </p:cNvSpPr>
          <p:nvPr/>
        </p:nvSpPr>
        <p:spPr>
          <a:xfrm>
            <a:off x="6200598" y="1989007"/>
            <a:ext cx="1753800" cy="577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4800"/>
              <a:buFont typeface="Quicksand SemiBold"/>
              <a:buNone/>
              <a:defRPr sz="6000" b="1" i="0" u="none" strike="noStrike" cap="none">
                <a:solidFill>
                  <a:schemeClr val="accent1"/>
                </a:solidFill>
                <a:latin typeface="Quicksand SemiBold"/>
                <a:ea typeface="Quicksand SemiBold"/>
                <a:cs typeface="Quicksand SemiBold"/>
                <a:sym typeface="Quicksand SemiBold"/>
              </a:defRPr>
            </a:lvl1pPr>
            <a:lvl2pPr marR="0" lvl="1"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chemeClr val="accent1"/>
              </a:buClr>
              <a:buSzPts val="4800"/>
              <a:buFont typeface="Fira Sans Extra Condensed Medium"/>
              <a:buNone/>
              <a:defRPr sz="4800" b="0" i="0" u="none" strike="noStrike" cap="none">
                <a:solidFill>
                  <a:schemeClr val="accent1"/>
                </a:solidFill>
                <a:latin typeface="Fira Sans Extra Condensed Medium"/>
                <a:ea typeface="Fira Sans Extra Condensed Medium"/>
                <a:cs typeface="Fira Sans Extra Condensed Medium"/>
                <a:sym typeface="Fira Sans Extra Condensed Medium"/>
              </a:defRPr>
            </a:lvl9pPr>
          </a:lstStyle>
          <a:p>
            <a:r>
              <a:rPr lang="en" dirty="0">
                <a:solidFill>
                  <a:schemeClr val="lt1"/>
                </a:solidFill>
              </a:rPr>
              <a:t>08</a:t>
            </a:r>
          </a:p>
        </p:txBody>
      </p:sp>
      <p:sp>
        <p:nvSpPr>
          <p:cNvPr id="8" name="Google Shape;759;p56">
            <a:extLst>
              <a:ext uri="{FF2B5EF4-FFF2-40B4-BE49-F238E27FC236}">
                <a16:creationId xmlns:a16="http://schemas.microsoft.com/office/drawing/2014/main" id="{E395B1FF-D6C5-E86D-81A4-1DF35F95632C}"/>
              </a:ext>
            </a:extLst>
          </p:cNvPr>
          <p:cNvSpPr txBox="1">
            <a:spLocks/>
          </p:cNvSpPr>
          <p:nvPr/>
        </p:nvSpPr>
        <p:spPr>
          <a:xfrm>
            <a:off x="5618720" y="3183436"/>
            <a:ext cx="2842200" cy="57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SzPts val="1200"/>
              <a:buFont typeface="Quicksand SemiBold"/>
              <a:buNone/>
              <a:defRPr sz="2400" b="1" i="0" u="none" strike="noStrike" cap="none">
                <a:solidFill>
                  <a:schemeClr val="accent1"/>
                </a:solidFill>
                <a:latin typeface="Quicksand SemiBold"/>
                <a:ea typeface="Quicksand SemiBold"/>
                <a:cs typeface="Quicksand SemiBold"/>
                <a:sym typeface="Quicksand SemiBold"/>
              </a:defRPr>
            </a:lvl1pPr>
            <a:lvl2pPr marR="0" lvl="1"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2pPr>
            <a:lvl3pPr marR="0" lvl="2"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3pPr>
            <a:lvl4pPr marR="0" lvl="3"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4pPr>
            <a:lvl5pPr marR="0" lvl="4"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5pPr>
            <a:lvl6pPr marR="0" lvl="5"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6pPr>
            <a:lvl7pPr marR="0" lvl="6"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7pPr>
            <a:lvl8pPr marR="0" lvl="7"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8pPr>
            <a:lvl9pPr marR="0" lvl="8" algn="l" rtl="0">
              <a:lnSpc>
                <a:spcPct val="100000"/>
              </a:lnSpc>
              <a:spcBef>
                <a:spcPts val="0"/>
              </a:spcBef>
              <a:spcAft>
                <a:spcPts val="0"/>
              </a:spcAft>
              <a:buClr>
                <a:srgbClr val="000000"/>
              </a:buClr>
              <a:buSzPts val="1200"/>
              <a:buFont typeface="Quicksand SemiBold"/>
              <a:buNone/>
              <a:defRPr sz="1200" b="0" i="0" u="none" strike="noStrike" cap="none">
                <a:solidFill>
                  <a:srgbClr val="000000"/>
                </a:solidFill>
                <a:latin typeface="Quicksand SemiBold"/>
                <a:ea typeface="Quicksand SemiBold"/>
                <a:cs typeface="Quicksand SemiBold"/>
                <a:sym typeface="Quicksand SemiBold"/>
              </a:defRPr>
            </a:lvl9pPr>
          </a:lstStyle>
          <a:p>
            <a:r>
              <a:rPr lang="es-AR" dirty="0"/>
              <a:t>BIBLIOGRAFÍA</a:t>
            </a:r>
          </a:p>
        </p:txBody>
      </p:sp>
    </p:spTree>
    <p:extLst>
      <p:ext uri="{BB962C8B-B14F-4D97-AF65-F5344CB8AC3E}">
        <p14:creationId xmlns:p14="http://schemas.microsoft.com/office/powerpoint/2010/main" val="717968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55"/>
          <p:cNvSpPr txBox="1">
            <a:spLocks noGrp="1"/>
          </p:cNvSpPr>
          <p:nvPr>
            <p:ph type="body" idx="1"/>
          </p:nvPr>
        </p:nvSpPr>
        <p:spPr>
          <a:xfrm>
            <a:off x="938544" y="959752"/>
            <a:ext cx="6537002" cy="3437400"/>
          </a:xfrm>
          <a:prstGeom prst="rect">
            <a:avLst/>
          </a:prstGeom>
        </p:spPr>
        <p:txBody>
          <a:bodyPr spcFirstLastPara="1" wrap="square" lIns="91425" tIns="91425" rIns="91425" bIns="91425" anchor="ctr" anchorCtr="0">
            <a:noAutofit/>
          </a:bodyPr>
          <a:lstStyle/>
          <a:p>
            <a:pPr marL="152400" indent="0" algn="just">
              <a:buNone/>
            </a:pPr>
            <a:r>
              <a:rPr lang="es-ES" sz="1400" dirty="0"/>
              <a:t>Este trabajo investiga el impacto del entorno sociofamiliar infantil en el desarrollo adulto, centrándose en dos áreas clave:</a:t>
            </a:r>
            <a:br>
              <a:rPr lang="es-ES" sz="1400" dirty="0"/>
            </a:br>
            <a:endParaRPr lang="es-ES" sz="1400" dirty="0"/>
          </a:p>
          <a:p>
            <a:pPr algn="just"/>
            <a:r>
              <a:rPr lang="es-ES" sz="1400" b="1" dirty="0"/>
              <a:t>Capacidad cognitiva:</a:t>
            </a:r>
            <a:r>
              <a:rPr lang="es-ES" sz="1400" dirty="0"/>
              <a:t> Plantea que las necesidades infantiles insatisfechas disminuyen el nivel de reflexión adulta, lo cual se evidencia en bajos resultados en el test de reflexión cognitiva de Shane Frederick.</a:t>
            </a:r>
          </a:p>
          <a:p>
            <a:pPr algn="just"/>
            <a:r>
              <a:rPr lang="es-ES" sz="1400" b="1" dirty="0"/>
              <a:t>Desarrollo socioemocional:</a:t>
            </a:r>
            <a:r>
              <a:rPr lang="es-ES" sz="1400" dirty="0"/>
              <a:t> Analiza cómo estas condiciones tempranas repercuten a largo plazo en la calidad de vida, afectando factores como los ingresos, el nivel educativo, la ansiedad y la satisfacción general.</a:t>
            </a:r>
          </a:p>
        </p:txBody>
      </p:sp>
      <p:sp>
        <p:nvSpPr>
          <p:cNvPr id="748" name="Google Shape;748;p55"/>
          <p:cNvSpPr txBox="1">
            <a:spLocks noGrp="1"/>
          </p:cNvSpPr>
          <p:nvPr>
            <p:ph type="ctrTitle"/>
          </p:nvPr>
        </p:nvSpPr>
        <p:spPr>
          <a:xfrm>
            <a:off x="1187550" y="280714"/>
            <a:ext cx="67689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RESUMEN</a:t>
            </a:r>
            <a:endParaRPr dirty="0"/>
          </a:p>
        </p:txBody>
      </p:sp>
      <p:sp>
        <p:nvSpPr>
          <p:cNvPr id="3" name="Google Shape;761;p56">
            <a:hlinkClick r:id="rId3" action="ppaction://hlinksldjump"/>
            <a:extLst>
              <a:ext uri="{FF2B5EF4-FFF2-40B4-BE49-F238E27FC236}">
                <a16:creationId xmlns:a16="http://schemas.microsoft.com/office/drawing/2014/main" id="{8FE265AD-FCBC-D498-8CA6-6D5E5AC9A807}"/>
              </a:ext>
            </a:extLst>
          </p:cNvPr>
          <p:cNvSpPr txBox="1">
            <a:spLocks/>
          </p:cNvSpPr>
          <p:nvPr/>
        </p:nvSpPr>
        <p:spPr>
          <a:xfrm>
            <a:off x="7566472" y="4053167"/>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b="1" dirty="0">
                <a:solidFill>
                  <a:schemeClr val="lt1"/>
                </a:solidFill>
                <a:latin typeface="Quicksand SemiBold" panose="020B0604020202020204" charset="0"/>
              </a:rPr>
              <a:t>01</a:t>
            </a:r>
          </a:p>
        </p:txBody>
      </p:sp>
      <p:sp>
        <p:nvSpPr>
          <p:cNvPr id="4" name="Google Shape;756;p56">
            <a:extLst>
              <a:ext uri="{FF2B5EF4-FFF2-40B4-BE49-F238E27FC236}">
                <a16:creationId xmlns:a16="http://schemas.microsoft.com/office/drawing/2014/main" id="{AAE219B6-9D92-89A1-6830-A5C7EBA849F6}"/>
              </a:ext>
            </a:extLst>
          </p:cNvPr>
          <p:cNvSpPr/>
          <p:nvPr/>
        </p:nvSpPr>
        <p:spPr>
          <a:xfrm>
            <a:off x="7745186" y="3621330"/>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61;p56">
            <a:hlinkClick r:id="rId3" action="ppaction://hlinksldjump"/>
            <a:extLst>
              <a:ext uri="{FF2B5EF4-FFF2-40B4-BE49-F238E27FC236}">
                <a16:creationId xmlns:a16="http://schemas.microsoft.com/office/drawing/2014/main" id="{FE2A0DD5-9FA2-0E0D-D11A-6869AA9D9A40}"/>
              </a:ext>
            </a:extLst>
          </p:cNvPr>
          <p:cNvSpPr txBox="1">
            <a:spLocks/>
          </p:cNvSpPr>
          <p:nvPr/>
        </p:nvSpPr>
        <p:spPr>
          <a:xfrm>
            <a:off x="1154934" y="1993950"/>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a:solidFill>
                  <a:schemeClr val="lt1"/>
                </a:solidFill>
              </a:rPr>
              <a:t>01</a:t>
            </a:r>
            <a:endParaRPr lang="en" dirty="0">
              <a:solidFill>
                <a:schemeClr val="lt1"/>
              </a:solidFill>
            </a:endParaRPr>
          </a:p>
        </p:txBody>
      </p:sp>
      <p:sp>
        <p:nvSpPr>
          <p:cNvPr id="6" name="Google Shape;761;p56">
            <a:hlinkClick r:id="rId3" action="ppaction://hlinksldjump"/>
            <a:extLst>
              <a:ext uri="{FF2B5EF4-FFF2-40B4-BE49-F238E27FC236}">
                <a16:creationId xmlns:a16="http://schemas.microsoft.com/office/drawing/2014/main" id="{A37AFBFA-09A1-9418-D77C-33EFB3950246}"/>
              </a:ext>
            </a:extLst>
          </p:cNvPr>
          <p:cNvSpPr txBox="1">
            <a:spLocks/>
          </p:cNvSpPr>
          <p:nvPr/>
        </p:nvSpPr>
        <p:spPr>
          <a:xfrm>
            <a:off x="7664066"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F75A526-F00D-117F-831A-1F0F0D43FC2D}"/>
              </a:ext>
            </a:extLst>
          </p:cNvPr>
          <p:cNvSpPr>
            <a:spLocks noGrp="1"/>
          </p:cNvSpPr>
          <p:nvPr>
            <p:ph type="body" idx="1"/>
          </p:nvPr>
        </p:nvSpPr>
        <p:spPr/>
        <p:txBody>
          <a:bodyPr/>
          <a:lstStyle/>
          <a:p>
            <a:pPr algn="just"/>
            <a:r>
              <a:rPr lang="es-ES" sz="1400" dirty="0">
                <a:latin typeface="Nunito Sans" pitchFamily="2" charset="0"/>
              </a:rPr>
              <a:t>El Test de Reflexión Cognitiva (CRT, por sus siglas en inglés) fue desarrollado por Shane Frederick en 2005. Es una prueba diseñada para medir la capacidad de una persona para suprimir una respuesta intuitiva incorrecta en favor de una respuesta más reflexiva y correcta.</a:t>
            </a:r>
          </a:p>
          <a:p>
            <a:pPr algn="just"/>
            <a:r>
              <a:rPr lang="es-ES" sz="1400" dirty="0">
                <a:latin typeface="Nunito Sans" pitchFamily="2" charset="0"/>
              </a:rPr>
              <a:t>Consta de 3 preguntas cortas y simples diseñadas para provocar respuestas intuitivas incorrectas.</a:t>
            </a:r>
          </a:p>
          <a:p>
            <a:pPr algn="just"/>
            <a:r>
              <a:rPr lang="es-ES" sz="1400" b="1" dirty="0">
                <a:latin typeface="Nunito Sans" pitchFamily="2" charset="0"/>
              </a:rPr>
              <a:t>Objetivo: Medir la tendencia de una persona en pensar reflexivamente(menos rápida) en lugar de confiar en la respuesta intuitiva (más rápida) inmediatas.</a:t>
            </a:r>
          </a:p>
          <a:p>
            <a:pPr algn="just"/>
            <a:r>
              <a:rPr lang="es-ES" sz="1400" dirty="0">
                <a:latin typeface="Nunito Sans" pitchFamily="2" charset="0"/>
              </a:rPr>
              <a:t>Importancia: En psicología y Economía se estudia para analizar la relación entre el pensamiento reflexivo con comportamientos y/o decisiones.</a:t>
            </a:r>
          </a:p>
          <a:p>
            <a:pPr algn="just"/>
            <a:endParaRPr lang="es-AR" dirty="0"/>
          </a:p>
        </p:txBody>
      </p:sp>
      <p:sp>
        <p:nvSpPr>
          <p:cNvPr id="3" name="Título 2">
            <a:extLst>
              <a:ext uri="{FF2B5EF4-FFF2-40B4-BE49-F238E27FC236}">
                <a16:creationId xmlns:a16="http://schemas.microsoft.com/office/drawing/2014/main" id="{27017CE2-37B0-ABAF-75F8-01A0515D8F3B}"/>
              </a:ext>
            </a:extLst>
          </p:cNvPr>
          <p:cNvSpPr>
            <a:spLocks noGrp="1"/>
          </p:cNvSpPr>
          <p:nvPr>
            <p:ph type="ctrTitle"/>
          </p:nvPr>
        </p:nvSpPr>
        <p:spPr>
          <a:xfrm>
            <a:off x="1418902" y="567155"/>
            <a:ext cx="6768900" cy="946200"/>
          </a:xfrm>
        </p:spPr>
        <p:txBody>
          <a:bodyPr/>
          <a:lstStyle/>
          <a:p>
            <a:r>
              <a:rPr lang="es-AR" dirty="0"/>
              <a:t>TEST REFLEXIÓN COGNITIVA</a:t>
            </a:r>
          </a:p>
        </p:txBody>
      </p:sp>
      <p:sp>
        <p:nvSpPr>
          <p:cNvPr id="4" name="Google Shape;757;p56">
            <a:extLst>
              <a:ext uri="{FF2B5EF4-FFF2-40B4-BE49-F238E27FC236}">
                <a16:creationId xmlns:a16="http://schemas.microsoft.com/office/drawing/2014/main" id="{5AEB36A3-B02D-D2A9-8540-034799C86094}"/>
              </a:ext>
            </a:extLst>
          </p:cNvPr>
          <p:cNvSpPr/>
          <p:nvPr/>
        </p:nvSpPr>
        <p:spPr>
          <a:xfrm>
            <a:off x="7771357" y="3633636"/>
            <a:ext cx="1861200" cy="1861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61;p56">
            <a:hlinkClick r:id="rId2" action="ppaction://hlinksldjump"/>
            <a:extLst>
              <a:ext uri="{FF2B5EF4-FFF2-40B4-BE49-F238E27FC236}">
                <a16:creationId xmlns:a16="http://schemas.microsoft.com/office/drawing/2014/main" id="{86E7A243-7391-68DA-A448-D046C26886E4}"/>
              </a:ext>
            </a:extLst>
          </p:cNvPr>
          <p:cNvSpPr txBox="1">
            <a:spLocks/>
          </p:cNvSpPr>
          <p:nvPr/>
        </p:nvSpPr>
        <p:spPr>
          <a:xfrm>
            <a:off x="7664066"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02</a:t>
            </a:r>
          </a:p>
        </p:txBody>
      </p:sp>
    </p:spTree>
    <p:extLst>
      <p:ext uri="{BB962C8B-B14F-4D97-AF65-F5344CB8AC3E}">
        <p14:creationId xmlns:p14="http://schemas.microsoft.com/office/powerpoint/2010/main" val="105155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D8C8F3A-69CA-7DE5-F0CA-CC5105822B7C}"/>
              </a:ext>
            </a:extLst>
          </p:cNvPr>
          <p:cNvSpPr>
            <a:spLocks noGrp="1"/>
          </p:cNvSpPr>
          <p:nvPr>
            <p:ph type="body" idx="1"/>
          </p:nvPr>
        </p:nvSpPr>
        <p:spPr>
          <a:xfrm>
            <a:off x="1366092" y="816534"/>
            <a:ext cx="6590358" cy="3437400"/>
          </a:xfrm>
        </p:spPr>
        <p:txBody>
          <a:bodyPr/>
          <a:lstStyle/>
          <a:p>
            <a:pPr algn="just"/>
            <a:r>
              <a:rPr lang="es-ES" sz="1400" dirty="0"/>
              <a:t>La investigación tiene como objetivo verificar empíricamente si la privación durante etapas tempranas del desarrollo incrementa la probabilidad de obtener resultados deficientes en el Test de Reflexión Cognitiva (CRT), evidenciando así una tendencia a priorizar respuestas heurísticas frente a la deliberación reflexiva.</a:t>
            </a:r>
            <a:endParaRPr lang="es-AR" sz="1400" dirty="0"/>
          </a:p>
        </p:txBody>
      </p:sp>
      <p:sp>
        <p:nvSpPr>
          <p:cNvPr id="3" name="Título 2">
            <a:extLst>
              <a:ext uri="{FF2B5EF4-FFF2-40B4-BE49-F238E27FC236}">
                <a16:creationId xmlns:a16="http://schemas.microsoft.com/office/drawing/2014/main" id="{52E98D9F-5925-7206-6E6F-81990BD356BB}"/>
              </a:ext>
            </a:extLst>
          </p:cNvPr>
          <p:cNvSpPr>
            <a:spLocks noGrp="1"/>
          </p:cNvSpPr>
          <p:nvPr>
            <p:ph type="ctrTitle"/>
          </p:nvPr>
        </p:nvSpPr>
        <p:spPr/>
        <p:txBody>
          <a:bodyPr/>
          <a:lstStyle/>
          <a:p>
            <a:r>
              <a:rPr lang="es-AR" dirty="0"/>
              <a:t>HIPÓTESIS</a:t>
            </a:r>
          </a:p>
        </p:txBody>
      </p:sp>
      <p:sp>
        <p:nvSpPr>
          <p:cNvPr id="4" name="Google Shape;754;p56">
            <a:extLst>
              <a:ext uri="{FF2B5EF4-FFF2-40B4-BE49-F238E27FC236}">
                <a16:creationId xmlns:a16="http://schemas.microsoft.com/office/drawing/2014/main" id="{210713D0-0E78-3E67-AB7D-416A0B6CEECD}"/>
              </a:ext>
            </a:extLst>
          </p:cNvPr>
          <p:cNvSpPr/>
          <p:nvPr/>
        </p:nvSpPr>
        <p:spPr>
          <a:xfrm>
            <a:off x="7798310" y="3638456"/>
            <a:ext cx="1861200" cy="1861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61;p56">
            <a:hlinkClick r:id="rId2" action="ppaction://hlinksldjump"/>
            <a:extLst>
              <a:ext uri="{FF2B5EF4-FFF2-40B4-BE49-F238E27FC236}">
                <a16:creationId xmlns:a16="http://schemas.microsoft.com/office/drawing/2014/main" id="{3995E148-4CE0-D738-42F5-E9838B28813A}"/>
              </a:ext>
            </a:extLst>
          </p:cNvPr>
          <p:cNvSpPr txBox="1">
            <a:spLocks/>
          </p:cNvSpPr>
          <p:nvPr/>
        </p:nvSpPr>
        <p:spPr>
          <a:xfrm>
            <a:off x="7664066"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03</a:t>
            </a:r>
          </a:p>
        </p:txBody>
      </p:sp>
    </p:spTree>
    <p:extLst>
      <p:ext uri="{BB962C8B-B14F-4D97-AF65-F5344CB8AC3E}">
        <p14:creationId xmlns:p14="http://schemas.microsoft.com/office/powerpoint/2010/main" val="376403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B180CE6D-9288-9538-5F03-21F133CC0D1B}"/>
              </a:ext>
            </a:extLst>
          </p:cNvPr>
          <p:cNvSpPr>
            <a:spLocks noGrp="1"/>
          </p:cNvSpPr>
          <p:nvPr>
            <p:ph type="body" idx="1"/>
          </p:nvPr>
        </p:nvSpPr>
        <p:spPr>
          <a:xfrm>
            <a:off x="1000263" y="1007580"/>
            <a:ext cx="7867500" cy="3437400"/>
          </a:xfrm>
        </p:spPr>
        <p:txBody>
          <a:bodyPr/>
          <a:lstStyle/>
          <a:p>
            <a:pPr marL="152400" indent="0">
              <a:buNone/>
            </a:pPr>
            <a:r>
              <a:rPr lang="es-ES" b="1" dirty="0"/>
              <a:t>Variables de Control (Sociodemográficas)</a:t>
            </a:r>
            <a:endParaRPr lang="es-ES" dirty="0"/>
          </a:p>
          <a:p>
            <a:r>
              <a:rPr lang="es-ES" dirty="0"/>
              <a:t>Género</a:t>
            </a:r>
          </a:p>
          <a:p>
            <a:r>
              <a:rPr lang="es-ES" dirty="0"/>
              <a:t>Edad</a:t>
            </a:r>
          </a:p>
          <a:p>
            <a:r>
              <a:rPr lang="es-ES" dirty="0"/>
              <a:t>País de residencia</a:t>
            </a:r>
            <a:br>
              <a:rPr lang="es-ES" dirty="0"/>
            </a:br>
            <a:endParaRPr lang="es-ES" dirty="0"/>
          </a:p>
          <a:p>
            <a:pPr marL="152400" indent="0">
              <a:buNone/>
            </a:pPr>
            <a:r>
              <a:rPr lang="es-ES" b="1" dirty="0"/>
              <a:t>Variables de Estado Actual (Socioeconómicas y Emocionales)</a:t>
            </a:r>
            <a:endParaRPr lang="es-ES" dirty="0"/>
          </a:p>
          <a:p>
            <a:r>
              <a:rPr lang="es-ES" dirty="0"/>
              <a:t>Nivel educativo alcanzado</a:t>
            </a:r>
          </a:p>
          <a:p>
            <a:r>
              <a:rPr lang="es-ES" dirty="0"/>
              <a:t>Nivel de ingresos</a:t>
            </a:r>
          </a:p>
          <a:p>
            <a:r>
              <a:rPr lang="es-ES" dirty="0"/>
              <a:t>Nivel de ansiedad percibida</a:t>
            </a:r>
          </a:p>
          <a:p>
            <a:r>
              <a:rPr lang="es-ES" dirty="0"/>
              <a:t>Grado de satisfacción vital (o Nivel de satisfacción con la vida)</a:t>
            </a:r>
          </a:p>
          <a:p>
            <a:pPr marL="152400" indent="0">
              <a:buNone/>
            </a:pPr>
            <a:endParaRPr lang="es-AR" dirty="0">
              <a:latin typeface="Nunito Sans" pitchFamily="2" charset="0"/>
            </a:endParaRPr>
          </a:p>
        </p:txBody>
      </p:sp>
      <p:sp>
        <p:nvSpPr>
          <p:cNvPr id="3" name="Título 2">
            <a:extLst>
              <a:ext uri="{FF2B5EF4-FFF2-40B4-BE49-F238E27FC236}">
                <a16:creationId xmlns:a16="http://schemas.microsoft.com/office/drawing/2014/main" id="{67BA8763-2A83-6CEB-73DA-7F3E3F02C190}"/>
              </a:ext>
            </a:extLst>
          </p:cNvPr>
          <p:cNvSpPr>
            <a:spLocks noGrp="1"/>
          </p:cNvSpPr>
          <p:nvPr>
            <p:ph type="ctrTitle"/>
          </p:nvPr>
        </p:nvSpPr>
        <p:spPr/>
        <p:txBody>
          <a:bodyPr/>
          <a:lstStyle/>
          <a:p>
            <a:r>
              <a:rPr lang="es-AR" dirty="0"/>
              <a:t>MÉTODOS</a:t>
            </a:r>
          </a:p>
        </p:txBody>
      </p:sp>
      <p:sp>
        <p:nvSpPr>
          <p:cNvPr id="5" name="Google Shape;756;p56">
            <a:extLst>
              <a:ext uri="{FF2B5EF4-FFF2-40B4-BE49-F238E27FC236}">
                <a16:creationId xmlns:a16="http://schemas.microsoft.com/office/drawing/2014/main" id="{8E3C9903-3F41-4EC4-CEF8-5A771139D98A}"/>
              </a:ext>
            </a:extLst>
          </p:cNvPr>
          <p:cNvSpPr/>
          <p:nvPr/>
        </p:nvSpPr>
        <p:spPr>
          <a:xfrm>
            <a:off x="7799428" y="3651755"/>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61;p56">
            <a:hlinkClick r:id="rId2" action="ppaction://hlinksldjump"/>
            <a:extLst>
              <a:ext uri="{FF2B5EF4-FFF2-40B4-BE49-F238E27FC236}">
                <a16:creationId xmlns:a16="http://schemas.microsoft.com/office/drawing/2014/main" id="{8032BB46-8CA3-53E5-7BB9-3490DC47585B}"/>
              </a:ext>
            </a:extLst>
          </p:cNvPr>
          <p:cNvSpPr txBox="1">
            <a:spLocks/>
          </p:cNvSpPr>
          <p:nvPr/>
        </p:nvSpPr>
        <p:spPr>
          <a:xfrm>
            <a:off x="7664066"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04</a:t>
            </a:r>
          </a:p>
        </p:txBody>
      </p:sp>
    </p:spTree>
    <p:extLst>
      <p:ext uri="{BB962C8B-B14F-4D97-AF65-F5344CB8AC3E}">
        <p14:creationId xmlns:p14="http://schemas.microsoft.com/office/powerpoint/2010/main" val="2502012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lipse 6">
            <a:extLst>
              <a:ext uri="{FF2B5EF4-FFF2-40B4-BE49-F238E27FC236}">
                <a16:creationId xmlns:a16="http://schemas.microsoft.com/office/drawing/2014/main" id="{9BC83349-492A-6F31-3081-43F12860761B}"/>
              </a:ext>
            </a:extLst>
          </p:cNvPr>
          <p:cNvSpPr/>
          <p:nvPr/>
        </p:nvSpPr>
        <p:spPr>
          <a:xfrm>
            <a:off x="-418641" y="-429658"/>
            <a:ext cx="2181340" cy="1696598"/>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 name="Marcador de texto 1">
            <a:extLst>
              <a:ext uri="{FF2B5EF4-FFF2-40B4-BE49-F238E27FC236}">
                <a16:creationId xmlns:a16="http://schemas.microsoft.com/office/drawing/2014/main" id="{72847F5A-4C57-45D3-C452-B3DA6689D5B4}"/>
              </a:ext>
            </a:extLst>
          </p:cNvPr>
          <p:cNvSpPr>
            <a:spLocks noGrp="1"/>
          </p:cNvSpPr>
          <p:nvPr>
            <p:ph type="body" idx="1"/>
          </p:nvPr>
        </p:nvSpPr>
        <p:spPr>
          <a:xfrm>
            <a:off x="939647" y="319488"/>
            <a:ext cx="7867500" cy="4373777"/>
          </a:xfrm>
        </p:spPr>
        <p:txBody>
          <a:bodyPr/>
          <a:lstStyle/>
          <a:p>
            <a:pPr marL="152400" indent="0">
              <a:buNone/>
            </a:pPr>
            <a:r>
              <a:rPr lang="es-ES" b="1" dirty="0"/>
              <a:t>Condiciones Sociofamiliares Tempranas</a:t>
            </a:r>
            <a:endParaRPr lang="es-ES" dirty="0"/>
          </a:p>
          <a:p>
            <a:r>
              <a:rPr lang="es-ES" dirty="0"/>
              <a:t>Grado de afectividad en la crianza</a:t>
            </a:r>
          </a:p>
          <a:p>
            <a:r>
              <a:rPr lang="es-ES" dirty="0"/>
              <a:t>Percepción de carencia de tiempo compartido con los padres</a:t>
            </a:r>
          </a:p>
          <a:p>
            <a:r>
              <a:rPr lang="es-ES" dirty="0"/>
              <a:t>Nivel de vulneración de derechos en la infancia</a:t>
            </a:r>
          </a:p>
          <a:p>
            <a:r>
              <a:rPr lang="es-ES" dirty="0"/>
              <a:t>Nivel de bienestar subjetivo (felicidad) en la niñez</a:t>
            </a:r>
          </a:p>
          <a:p>
            <a:r>
              <a:rPr lang="es-ES" dirty="0"/>
              <a:t>Calidad percibida del entorno barrial de crianza</a:t>
            </a:r>
          </a:p>
          <a:p>
            <a:r>
              <a:rPr lang="es-ES" dirty="0"/>
              <a:t>Nivel de ingresos familiares durante la infancia</a:t>
            </a:r>
            <a:br>
              <a:rPr lang="es-ES" dirty="0"/>
            </a:br>
            <a:endParaRPr lang="es-ES" dirty="0"/>
          </a:p>
          <a:p>
            <a:pPr marL="152400" indent="0">
              <a:buNone/>
            </a:pPr>
            <a:r>
              <a:rPr lang="es-ES" b="1" dirty="0"/>
              <a:t>Variables de Habilidades Socioemocionales</a:t>
            </a:r>
            <a:endParaRPr lang="es-ES" dirty="0"/>
          </a:p>
          <a:p>
            <a:r>
              <a:rPr lang="es-ES" dirty="0"/>
              <a:t>Nivel de asertividad percibida por terceros</a:t>
            </a:r>
          </a:p>
          <a:p>
            <a:r>
              <a:rPr lang="es-ES" dirty="0"/>
              <a:t>Grado de escucha activa percibida</a:t>
            </a:r>
          </a:p>
          <a:p>
            <a:r>
              <a:rPr lang="es-ES" dirty="0"/>
              <a:t>Nivel de empatía percibida</a:t>
            </a:r>
          </a:p>
          <a:p>
            <a:r>
              <a:rPr lang="es-ES" dirty="0"/>
              <a:t>Eficacia en las habilidades comunicativas</a:t>
            </a:r>
          </a:p>
          <a:p>
            <a:r>
              <a:rPr lang="es-ES" dirty="0"/>
              <a:t>Estilo de afrontamiento ante dificultades (orientación a la resolución vs. orientación al problema)</a:t>
            </a:r>
          </a:p>
          <a:p>
            <a:pPr marL="152400" indent="0">
              <a:buNone/>
            </a:pPr>
            <a:br>
              <a:rPr lang="es-ES" b="1" dirty="0"/>
            </a:br>
            <a:r>
              <a:rPr lang="es-ES" b="1" dirty="0"/>
              <a:t>Evaluación Cognitiva</a:t>
            </a:r>
            <a:endParaRPr lang="es-ES" dirty="0"/>
          </a:p>
          <a:p>
            <a:r>
              <a:rPr lang="es-ES" dirty="0"/>
              <a:t>Desempeño en el Test de Reflexión Cognitiva (CRT)</a:t>
            </a:r>
          </a:p>
          <a:p>
            <a:endParaRPr lang="es-AR" dirty="0"/>
          </a:p>
        </p:txBody>
      </p:sp>
      <p:sp>
        <p:nvSpPr>
          <p:cNvPr id="8" name="Google Shape;756;p56">
            <a:extLst>
              <a:ext uri="{FF2B5EF4-FFF2-40B4-BE49-F238E27FC236}">
                <a16:creationId xmlns:a16="http://schemas.microsoft.com/office/drawing/2014/main" id="{F6CF1283-0012-9EF9-BA8A-AD5B00EC7CA4}"/>
              </a:ext>
            </a:extLst>
          </p:cNvPr>
          <p:cNvSpPr/>
          <p:nvPr/>
        </p:nvSpPr>
        <p:spPr>
          <a:xfrm>
            <a:off x="7799428" y="3640738"/>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61;p56">
            <a:hlinkClick r:id="rId2" action="ppaction://hlinksldjump"/>
            <a:extLst>
              <a:ext uri="{FF2B5EF4-FFF2-40B4-BE49-F238E27FC236}">
                <a16:creationId xmlns:a16="http://schemas.microsoft.com/office/drawing/2014/main" id="{21A3E0BA-A662-D510-AB13-15333D90D9F0}"/>
              </a:ext>
            </a:extLst>
          </p:cNvPr>
          <p:cNvSpPr txBox="1">
            <a:spLocks/>
          </p:cNvSpPr>
          <p:nvPr/>
        </p:nvSpPr>
        <p:spPr>
          <a:xfrm>
            <a:off x="7664066"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04</a:t>
            </a:r>
          </a:p>
        </p:txBody>
      </p:sp>
    </p:spTree>
    <p:extLst>
      <p:ext uri="{BB962C8B-B14F-4D97-AF65-F5344CB8AC3E}">
        <p14:creationId xmlns:p14="http://schemas.microsoft.com/office/powerpoint/2010/main" val="1550362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807"/>
        <p:cNvGrpSpPr/>
        <p:nvPr/>
      </p:nvGrpSpPr>
      <p:grpSpPr>
        <a:xfrm>
          <a:off x="0" y="0"/>
          <a:ext cx="0" cy="0"/>
          <a:chOff x="0" y="0"/>
          <a:chExt cx="0" cy="0"/>
        </a:xfrm>
      </p:grpSpPr>
      <p:sp>
        <p:nvSpPr>
          <p:cNvPr id="808" name="Google Shape;808;p60"/>
          <p:cNvSpPr txBox="1">
            <a:spLocks noGrp="1"/>
          </p:cNvSpPr>
          <p:nvPr>
            <p:ph type="ctrTitle"/>
          </p:nvPr>
        </p:nvSpPr>
        <p:spPr>
          <a:xfrm>
            <a:off x="1187550" y="280714"/>
            <a:ext cx="67689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ANÁLISIS</a:t>
            </a:r>
            <a:endParaRPr dirty="0"/>
          </a:p>
        </p:txBody>
      </p:sp>
      <p:graphicFrame>
        <p:nvGraphicFramePr>
          <p:cNvPr id="2" name="Tabla 1">
            <a:extLst>
              <a:ext uri="{FF2B5EF4-FFF2-40B4-BE49-F238E27FC236}">
                <a16:creationId xmlns:a16="http://schemas.microsoft.com/office/drawing/2014/main" id="{9D2F8D8A-83AA-4438-0FA4-076F78A1AF17}"/>
              </a:ext>
            </a:extLst>
          </p:cNvPr>
          <p:cNvGraphicFramePr>
            <a:graphicFrameLocks noGrp="1"/>
          </p:cNvGraphicFramePr>
          <p:nvPr>
            <p:extLst>
              <p:ext uri="{D42A27DB-BD31-4B8C-83A1-F6EECF244321}">
                <p14:modId xmlns:p14="http://schemas.microsoft.com/office/powerpoint/2010/main" val="2691214922"/>
              </p:ext>
            </p:extLst>
          </p:nvPr>
        </p:nvGraphicFramePr>
        <p:xfrm>
          <a:off x="1714195" y="3586873"/>
          <a:ext cx="5783343" cy="1364714"/>
        </p:xfrm>
        <a:graphic>
          <a:graphicData uri="http://schemas.openxmlformats.org/drawingml/2006/table">
            <a:tbl>
              <a:tblPr firstRow="1" firstCol="1" bandRow="1">
                <a:tableStyleId>{F8AFF5B3-CAB8-4CF9-804D-857E6285328E}</a:tableStyleId>
              </a:tblPr>
              <a:tblGrid>
                <a:gridCol w="1449001">
                  <a:extLst>
                    <a:ext uri="{9D8B030D-6E8A-4147-A177-3AD203B41FA5}">
                      <a16:colId xmlns:a16="http://schemas.microsoft.com/office/drawing/2014/main" val="1488291562"/>
                    </a:ext>
                  </a:extLst>
                </a:gridCol>
                <a:gridCol w="1552401">
                  <a:extLst>
                    <a:ext uri="{9D8B030D-6E8A-4147-A177-3AD203B41FA5}">
                      <a16:colId xmlns:a16="http://schemas.microsoft.com/office/drawing/2014/main" val="1188615225"/>
                    </a:ext>
                  </a:extLst>
                </a:gridCol>
                <a:gridCol w="1655800">
                  <a:extLst>
                    <a:ext uri="{9D8B030D-6E8A-4147-A177-3AD203B41FA5}">
                      <a16:colId xmlns:a16="http://schemas.microsoft.com/office/drawing/2014/main" val="3895348010"/>
                    </a:ext>
                  </a:extLst>
                </a:gridCol>
                <a:gridCol w="1126141">
                  <a:extLst>
                    <a:ext uri="{9D8B030D-6E8A-4147-A177-3AD203B41FA5}">
                      <a16:colId xmlns:a16="http://schemas.microsoft.com/office/drawing/2014/main" val="261940552"/>
                    </a:ext>
                  </a:extLst>
                </a:gridCol>
              </a:tblGrid>
              <a:tr h="553148">
                <a:tc>
                  <a:txBody>
                    <a:bodyPr/>
                    <a:lstStyle/>
                    <a:p>
                      <a:pPr algn="ctr">
                        <a:lnSpc>
                          <a:spcPct val="107000"/>
                        </a:lnSpc>
                        <a:spcAft>
                          <a:spcPts val="800"/>
                        </a:spcAft>
                      </a:pPr>
                      <a:r>
                        <a:rPr lang="es-AR" sz="1500" b="1" kern="0" dirty="0">
                          <a:effectLst/>
                          <a:latin typeface="Quicksand SemiBold" panose="020B0604020202020204" charset="0"/>
                        </a:rPr>
                        <a:t>Infancia Promedio</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b="1" kern="0" dirty="0">
                          <a:effectLst/>
                          <a:latin typeface="Quicksand SemiBold" panose="020B0604020202020204" charset="0"/>
                        </a:rPr>
                        <a:t>Habilidad Promedio</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b="1" kern="0" dirty="0">
                          <a:effectLst/>
                          <a:latin typeface="Quicksand SemiBold" panose="020B0604020202020204" charset="0"/>
                        </a:rPr>
                        <a:t>Actualidad Promedio</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l">
                        <a:lnSpc>
                          <a:spcPct val="107000"/>
                        </a:lnSpc>
                      </a:pPr>
                      <a:endParaRPr lang="es-AR" sz="1500" b="1" kern="100" dirty="0">
                        <a:effectLst/>
                        <a:latin typeface="Quicksand SemiBold" panose="020B0604020202020204" charset="0"/>
                      </a:endParaRPr>
                    </a:p>
                  </a:txBody>
                  <a:tcPr marL="44450" marR="44450" marT="0" marB="0" anchor="b"/>
                </a:tc>
                <a:extLst>
                  <a:ext uri="{0D108BD9-81ED-4DB2-BD59-A6C34878D82A}">
                    <a16:rowId xmlns:a16="http://schemas.microsoft.com/office/drawing/2014/main" val="4278939141"/>
                  </a:ext>
                </a:extLst>
              </a:tr>
              <a:tr h="270522">
                <a:tc>
                  <a:txBody>
                    <a:bodyPr/>
                    <a:lstStyle/>
                    <a:p>
                      <a:pPr algn="ctr">
                        <a:lnSpc>
                          <a:spcPct val="107000"/>
                        </a:lnSpc>
                        <a:spcAft>
                          <a:spcPts val="800"/>
                        </a:spcAft>
                      </a:pPr>
                      <a:r>
                        <a:rPr lang="es-AR" sz="1500" b="1" kern="0" dirty="0">
                          <a:effectLst/>
                          <a:latin typeface="Quicksand SemiBold" panose="020B0604020202020204" charset="0"/>
                        </a:rPr>
                        <a:t>3,421</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kern="0" dirty="0">
                          <a:effectLst/>
                          <a:latin typeface="Quicksand SemiBold" panose="020B0604020202020204" charset="0"/>
                        </a:rPr>
                        <a:t>3,583</a:t>
                      </a:r>
                      <a:endParaRPr lang="es-AR" sz="15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kern="0" dirty="0">
                          <a:effectLst/>
                          <a:latin typeface="Quicksand SemiBold" panose="020B0604020202020204" charset="0"/>
                        </a:rPr>
                        <a:t>3,403</a:t>
                      </a:r>
                      <a:endParaRPr lang="es-AR" sz="15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l">
                        <a:lnSpc>
                          <a:spcPct val="107000"/>
                        </a:lnSpc>
                        <a:spcAft>
                          <a:spcPts val="800"/>
                        </a:spcAft>
                      </a:pPr>
                      <a:r>
                        <a:rPr lang="es-AR" sz="1500" b="1" kern="0" dirty="0">
                          <a:effectLst/>
                          <a:latin typeface="Quicksand SemiBold" panose="020B0604020202020204" charset="0"/>
                        </a:rPr>
                        <a:t>TEST 0(36)</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78522035"/>
                  </a:ext>
                </a:extLst>
              </a:tr>
              <a:tr h="270522">
                <a:tc>
                  <a:txBody>
                    <a:bodyPr/>
                    <a:lstStyle/>
                    <a:p>
                      <a:pPr algn="ctr">
                        <a:lnSpc>
                          <a:spcPct val="107000"/>
                        </a:lnSpc>
                        <a:spcAft>
                          <a:spcPts val="800"/>
                        </a:spcAft>
                      </a:pPr>
                      <a:r>
                        <a:rPr lang="es-AR" sz="1500" b="1" kern="0" dirty="0">
                          <a:effectLst/>
                          <a:latin typeface="Quicksand SemiBold" panose="020B0604020202020204" charset="0"/>
                        </a:rPr>
                        <a:t>3,275</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kern="0" dirty="0">
                          <a:effectLst/>
                          <a:latin typeface="Quicksand SemiBold" panose="020B0604020202020204" charset="0"/>
                        </a:rPr>
                        <a:t>2,765</a:t>
                      </a:r>
                      <a:endParaRPr lang="es-AR" sz="15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kern="0" dirty="0">
                          <a:effectLst/>
                          <a:latin typeface="Quicksand SemiBold" panose="020B0604020202020204" charset="0"/>
                        </a:rPr>
                        <a:t>3,162</a:t>
                      </a:r>
                      <a:endParaRPr lang="es-AR" sz="15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l">
                        <a:lnSpc>
                          <a:spcPct val="107000"/>
                        </a:lnSpc>
                        <a:spcAft>
                          <a:spcPts val="800"/>
                        </a:spcAft>
                      </a:pPr>
                      <a:r>
                        <a:rPr lang="es-AR" sz="1500" b="1" kern="0" dirty="0">
                          <a:effectLst/>
                          <a:latin typeface="Quicksand SemiBold" panose="020B0604020202020204" charset="0"/>
                        </a:rPr>
                        <a:t>TEST 1(17)</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12124640"/>
                  </a:ext>
                </a:extLst>
              </a:tr>
              <a:tr h="270522">
                <a:tc>
                  <a:txBody>
                    <a:bodyPr/>
                    <a:lstStyle/>
                    <a:p>
                      <a:pPr algn="ctr">
                        <a:lnSpc>
                          <a:spcPct val="107000"/>
                        </a:lnSpc>
                        <a:spcAft>
                          <a:spcPts val="800"/>
                        </a:spcAft>
                      </a:pPr>
                      <a:r>
                        <a:rPr lang="es-AR" sz="1500" b="1" kern="0" dirty="0">
                          <a:effectLst/>
                          <a:latin typeface="Quicksand SemiBold" panose="020B0604020202020204" charset="0"/>
                        </a:rPr>
                        <a:t>3,095</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kern="0" dirty="0">
                          <a:effectLst/>
                          <a:latin typeface="Quicksand SemiBold" panose="020B0604020202020204" charset="0"/>
                        </a:rPr>
                        <a:t>3,486</a:t>
                      </a:r>
                      <a:endParaRPr lang="es-AR" sz="15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kern="0" dirty="0">
                          <a:effectLst/>
                          <a:latin typeface="Quicksand SemiBold" panose="020B0604020202020204" charset="0"/>
                        </a:rPr>
                        <a:t>3,893</a:t>
                      </a:r>
                      <a:endParaRPr lang="es-AR" sz="15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l">
                        <a:lnSpc>
                          <a:spcPct val="107000"/>
                        </a:lnSpc>
                        <a:spcAft>
                          <a:spcPts val="800"/>
                        </a:spcAft>
                      </a:pPr>
                      <a:r>
                        <a:rPr lang="es-AR" sz="1500" b="1" kern="0" dirty="0">
                          <a:effectLst/>
                          <a:latin typeface="Quicksand SemiBold" panose="020B0604020202020204" charset="0"/>
                        </a:rPr>
                        <a:t>TEST 2(7)</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109367222"/>
                  </a:ext>
                </a:extLst>
              </a:tr>
            </a:tbl>
          </a:graphicData>
        </a:graphic>
      </p:graphicFrame>
      <p:sp>
        <p:nvSpPr>
          <p:cNvPr id="7" name="CuadroTexto 6">
            <a:extLst>
              <a:ext uri="{FF2B5EF4-FFF2-40B4-BE49-F238E27FC236}">
                <a16:creationId xmlns:a16="http://schemas.microsoft.com/office/drawing/2014/main" id="{43390324-520E-AC47-916C-22D272FA7797}"/>
              </a:ext>
            </a:extLst>
          </p:cNvPr>
          <p:cNvSpPr txBox="1"/>
          <p:nvPr/>
        </p:nvSpPr>
        <p:spPr>
          <a:xfrm>
            <a:off x="2424272" y="2571750"/>
            <a:ext cx="5073266" cy="553998"/>
          </a:xfrm>
          <a:prstGeom prst="rect">
            <a:avLst/>
          </a:prstGeom>
          <a:noFill/>
        </p:spPr>
        <p:txBody>
          <a:bodyPr wrap="square">
            <a:spAutoFit/>
          </a:bodyPr>
          <a:lstStyle/>
          <a:p>
            <a:pPr marL="0" lvl="0" indent="0" algn="l" rtl="0">
              <a:spcBef>
                <a:spcPts val="0"/>
              </a:spcBef>
              <a:spcAft>
                <a:spcPts val="0"/>
              </a:spcAft>
              <a:buNone/>
            </a:pPr>
            <a:r>
              <a:rPr lang="en-US" sz="3000" b="1" dirty="0">
                <a:latin typeface="Nunito Sans" pitchFamily="2" charset="0"/>
              </a:rPr>
              <a:t>HIPÓTESIS REFUTADA</a:t>
            </a:r>
          </a:p>
        </p:txBody>
      </p:sp>
      <p:sp>
        <p:nvSpPr>
          <p:cNvPr id="8" name="Google Shape;756;p56">
            <a:extLst>
              <a:ext uri="{FF2B5EF4-FFF2-40B4-BE49-F238E27FC236}">
                <a16:creationId xmlns:a16="http://schemas.microsoft.com/office/drawing/2014/main" id="{F872471C-F64A-8F74-217F-D764D6EEF61C}"/>
              </a:ext>
            </a:extLst>
          </p:cNvPr>
          <p:cNvSpPr/>
          <p:nvPr/>
        </p:nvSpPr>
        <p:spPr>
          <a:xfrm>
            <a:off x="7779639" y="3625878"/>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61;p56">
            <a:hlinkClick r:id="rId3" action="ppaction://hlinksldjump"/>
            <a:extLst>
              <a:ext uri="{FF2B5EF4-FFF2-40B4-BE49-F238E27FC236}">
                <a16:creationId xmlns:a16="http://schemas.microsoft.com/office/drawing/2014/main" id="{ABAD8B76-B13B-20C9-6520-D2DF93CADEBF}"/>
              </a:ext>
            </a:extLst>
          </p:cNvPr>
          <p:cNvSpPr txBox="1">
            <a:spLocks/>
          </p:cNvSpPr>
          <p:nvPr/>
        </p:nvSpPr>
        <p:spPr>
          <a:xfrm>
            <a:off x="7664066"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5" name="Google Shape;815;p61"/>
          <p:cNvSpPr txBox="1">
            <a:spLocks noGrp="1"/>
          </p:cNvSpPr>
          <p:nvPr>
            <p:ph type="ctrTitle"/>
          </p:nvPr>
        </p:nvSpPr>
        <p:spPr>
          <a:xfrm>
            <a:off x="2747760" y="849481"/>
            <a:ext cx="67689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latin typeface="Nunito Sans" pitchFamily="2" charset="0"/>
              </a:rPr>
              <a:t>Desglose</a:t>
            </a:r>
            <a:br>
              <a:rPr lang="en" sz="2800" dirty="0">
                <a:latin typeface="Nunito Sans" pitchFamily="2" charset="0"/>
              </a:rPr>
            </a:br>
            <a:r>
              <a:rPr lang="en" sz="2800" dirty="0">
                <a:latin typeface="Nunito Sans" pitchFamily="2" charset="0"/>
              </a:rPr>
              <a:t>Categoría “Infancia”</a:t>
            </a:r>
            <a:endParaRPr sz="2800" dirty="0">
              <a:latin typeface="Nunito Sans" pitchFamily="2" charset="0"/>
            </a:endParaRPr>
          </a:p>
        </p:txBody>
      </p:sp>
      <p:graphicFrame>
        <p:nvGraphicFramePr>
          <p:cNvPr id="5" name="Tabla 4">
            <a:extLst>
              <a:ext uri="{FF2B5EF4-FFF2-40B4-BE49-F238E27FC236}">
                <a16:creationId xmlns:a16="http://schemas.microsoft.com/office/drawing/2014/main" id="{68C1CAB6-48C6-CA98-84C6-1702D8ACDC62}"/>
              </a:ext>
            </a:extLst>
          </p:cNvPr>
          <p:cNvGraphicFramePr>
            <a:graphicFrameLocks noGrp="1"/>
          </p:cNvGraphicFramePr>
          <p:nvPr>
            <p:extLst>
              <p:ext uri="{D42A27DB-BD31-4B8C-83A1-F6EECF244321}">
                <p14:modId xmlns:p14="http://schemas.microsoft.com/office/powerpoint/2010/main" val="1535393702"/>
              </p:ext>
            </p:extLst>
          </p:nvPr>
        </p:nvGraphicFramePr>
        <p:xfrm>
          <a:off x="3366431" y="2154456"/>
          <a:ext cx="5554135" cy="1112647"/>
        </p:xfrm>
        <a:graphic>
          <a:graphicData uri="http://schemas.openxmlformats.org/drawingml/2006/table">
            <a:tbl>
              <a:tblPr firstRow="1" firstCol="1" bandRow="1">
                <a:tableStyleId>{F8AFF5B3-CAB8-4CF9-804D-857E6285328E}</a:tableStyleId>
              </a:tblPr>
              <a:tblGrid>
                <a:gridCol w="629100">
                  <a:extLst>
                    <a:ext uri="{9D8B030D-6E8A-4147-A177-3AD203B41FA5}">
                      <a16:colId xmlns:a16="http://schemas.microsoft.com/office/drawing/2014/main" val="950386605"/>
                    </a:ext>
                  </a:extLst>
                </a:gridCol>
                <a:gridCol w="665797">
                  <a:extLst>
                    <a:ext uri="{9D8B030D-6E8A-4147-A177-3AD203B41FA5}">
                      <a16:colId xmlns:a16="http://schemas.microsoft.com/office/drawing/2014/main" val="1114207561"/>
                    </a:ext>
                  </a:extLst>
                </a:gridCol>
                <a:gridCol w="820160">
                  <a:extLst>
                    <a:ext uri="{9D8B030D-6E8A-4147-A177-3AD203B41FA5}">
                      <a16:colId xmlns:a16="http://schemas.microsoft.com/office/drawing/2014/main" val="2428528303"/>
                    </a:ext>
                  </a:extLst>
                </a:gridCol>
                <a:gridCol w="801519">
                  <a:extLst>
                    <a:ext uri="{9D8B030D-6E8A-4147-A177-3AD203B41FA5}">
                      <a16:colId xmlns:a16="http://schemas.microsoft.com/office/drawing/2014/main" val="1099469296"/>
                    </a:ext>
                  </a:extLst>
                </a:gridCol>
                <a:gridCol w="1111817">
                  <a:extLst>
                    <a:ext uri="{9D8B030D-6E8A-4147-A177-3AD203B41FA5}">
                      <a16:colId xmlns:a16="http://schemas.microsoft.com/office/drawing/2014/main" val="3031059151"/>
                    </a:ext>
                  </a:extLst>
                </a:gridCol>
                <a:gridCol w="836062">
                  <a:extLst>
                    <a:ext uri="{9D8B030D-6E8A-4147-A177-3AD203B41FA5}">
                      <a16:colId xmlns:a16="http://schemas.microsoft.com/office/drawing/2014/main" val="700058252"/>
                    </a:ext>
                  </a:extLst>
                </a:gridCol>
                <a:gridCol w="689680">
                  <a:extLst>
                    <a:ext uri="{9D8B030D-6E8A-4147-A177-3AD203B41FA5}">
                      <a16:colId xmlns:a16="http://schemas.microsoft.com/office/drawing/2014/main" val="3130216221"/>
                    </a:ext>
                  </a:extLst>
                </a:gridCol>
              </a:tblGrid>
              <a:tr h="376465">
                <a:tc>
                  <a:txBody>
                    <a:bodyPr/>
                    <a:lstStyle/>
                    <a:p>
                      <a:pPr algn="ctr">
                        <a:lnSpc>
                          <a:spcPct val="107000"/>
                        </a:lnSpc>
                        <a:spcAft>
                          <a:spcPts val="800"/>
                        </a:spcAft>
                      </a:pPr>
                      <a:r>
                        <a:rPr lang="es-AR" sz="1200" b="1" kern="0">
                          <a:effectLst/>
                          <a:latin typeface="Quicksand SemiBold" panose="020B0604020202020204" charset="0"/>
                        </a:rPr>
                        <a:t>Afecto</a:t>
                      </a:r>
                      <a:endParaRPr lang="es-AR" sz="1200" b="1"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1" kern="0">
                          <a:effectLst/>
                          <a:latin typeface="Quicksand SemiBold" panose="020B0604020202020204" charset="0"/>
                        </a:rPr>
                        <a:t>Tiempo</a:t>
                      </a:r>
                      <a:endParaRPr lang="es-AR" sz="1200" b="1"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1" kern="0" dirty="0">
                          <a:effectLst/>
                          <a:latin typeface="Quicksand SemiBold" panose="020B0604020202020204" charset="0"/>
                        </a:rPr>
                        <a:t>Derechos</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1" kern="0">
                          <a:effectLst/>
                          <a:latin typeface="Quicksand SemiBold" panose="020B0604020202020204" charset="0"/>
                        </a:rPr>
                        <a:t>Felicidad</a:t>
                      </a:r>
                      <a:endParaRPr lang="es-AR" sz="1200" b="1"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1" kern="0" dirty="0">
                          <a:effectLst/>
                          <a:latin typeface="Quicksand SemiBold" panose="020B0604020202020204" charset="0"/>
                        </a:rPr>
                        <a:t>Favorabilidad Barrio</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1" kern="0">
                          <a:effectLst/>
                          <a:latin typeface="Quicksand SemiBold" panose="020B0604020202020204" charset="0"/>
                        </a:rPr>
                        <a:t>Ingreso familiar</a:t>
                      </a:r>
                      <a:endParaRPr lang="es-AR" sz="1200" b="1"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pPr>
                      <a:endParaRPr lang="es-AR" sz="1200" b="1" kern="100" dirty="0">
                        <a:effectLst/>
                        <a:latin typeface="Quicksand SemiBold" panose="020B0604020202020204" charset="0"/>
                      </a:endParaRPr>
                    </a:p>
                  </a:txBody>
                  <a:tcPr marL="44450" marR="44450" marT="0" marB="0" anchor="b"/>
                </a:tc>
                <a:extLst>
                  <a:ext uri="{0D108BD9-81ED-4DB2-BD59-A6C34878D82A}">
                    <a16:rowId xmlns:a16="http://schemas.microsoft.com/office/drawing/2014/main" val="3501381629"/>
                  </a:ext>
                </a:extLst>
              </a:tr>
              <a:tr h="182116">
                <a:tc>
                  <a:txBody>
                    <a:bodyPr/>
                    <a:lstStyle/>
                    <a:p>
                      <a:pPr algn="ctr">
                        <a:lnSpc>
                          <a:spcPct val="107000"/>
                        </a:lnSpc>
                        <a:spcAft>
                          <a:spcPts val="800"/>
                        </a:spcAft>
                      </a:pPr>
                      <a:r>
                        <a:rPr lang="es-AR" sz="1200" b="1" kern="0" dirty="0">
                          <a:effectLst/>
                          <a:latin typeface="Quicksand SemiBold" panose="020B0604020202020204" charset="0"/>
                        </a:rPr>
                        <a:t>4,03</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0" kern="0">
                          <a:effectLst/>
                          <a:latin typeface="Quicksand SemiBold" panose="020B0604020202020204" charset="0"/>
                        </a:rPr>
                        <a:t>2,50</a:t>
                      </a:r>
                      <a:endParaRPr lang="es-AR" sz="1200" b="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1" kern="0" dirty="0">
                          <a:effectLst/>
                          <a:latin typeface="Quicksand SemiBold" panose="020B0604020202020204" charset="0"/>
                        </a:rPr>
                        <a:t>3,72</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1" kern="0" dirty="0">
                          <a:effectLst/>
                          <a:latin typeface="Quicksand SemiBold" panose="020B0604020202020204" charset="0"/>
                        </a:rPr>
                        <a:t>3,97</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0" kern="0">
                          <a:effectLst/>
                          <a:latin typeface="Quicksand SemiBold" panose="020B0604020202020204" charset="0"/>
                        </a:rPr>
                        <a:t>3,86</a:t>
                      </a:r>
                      <a:endParaRPr lang="es-AR" sz="1200" b="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0" kern="0">
                          <a:effectLst/>
                          <a:latin typeface="Quicksand SemiBold" panose="020B0604020202020204" charset="0"/>
                        </a:rPr>
                        <a:t>2,44</a:t>
                      </a:r>
                      <a:endParaRPr lang="es-AR" sz="1200" b="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pPr>
                      <a:r>
                        <a:rPr lang="es-AR" sz="1200" b="1" kern="0" dirty="0">
                          <a:effectLst/>
                          <a:latin typeface="Quicksand SemiBold" panose="020B0604020202020204" charset="0"/>
                        </a:rPr>
                        <a:t>TEST 0</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65139134"/>
                  </a:ext>
                </a:extLst>
              </a:tr>
              <a:tr h="182116">
                <a:tc>
                  <a:txBody>
                    <a:bodyPr/>
                    <a:lstStyle/>
                    <a:p>
                      <a:pPr algn="ctr">
                        <a:lnSpc>
                          <a:spcPct val="107000"/>
                        </a:lnSpc>
                        <a:spcAft>
                          <a:spcPts val="800"/>
                        </a:spcAft>
                      </a:pPr>
                      <a:r>
                        <a:rPr lang="es-AR" sz="1200" b="1" dirty="0">
                          <a:latin typeface="Quicksand SemiBold" panose="020B0604020202020204" charset="0"/>
                        </a:rPr>
                        <a:t>3,59</a:t>
                      </a:r>
                    </a:p>
                  </a:txBody>
                  <a:tcPr marL="44450" marR="44450" marT="0" marB="0" anchor="b"/>
                </a:tc>
                <a:tc>
                  <a:txBody>
                    <a:bodyPr/>
                    <a:lstStyle/>
                    <a:p>
                      <a:pPr algn="ctr">
                        <a:lnSpc>
                          <a:spcPct val="107000"/>
                        </a:lnSpc>
                        <a:spcAft>
                          <a:spcPts val="800"/>
                        </a:spcAft>
                      </a:pPr>
                      <a:r>
                        <a:rPr lang="es-AR" sz="1200" b="0">
                          <a:latin typeface="Quicksand SemiBold" panose="020B0604020202020204" charset="0"/>
                        </a:rPr>
                        <a:t>1,71</a:t>
                      </a:r>
                    </a:p>
                  </a:txBody>
                  <a:tcPr marL="44450" marR="44450" marT="0" marB="0" anchor="b"/>
                </a:tc>
                <a:tc>
                  <a:txBody>
                    <a:bodyPr/>
                    <a:lstStyle/>
                    <a:p>
                      <a:pPr algn="ctr">
                        <a:lnSpc>
                          <a:spcPct val="107000"/>
                        </a:lnSpc>
                        <a:spcAft>
                          <a:spcPts val="800"/>
                        </a:spcAft>
                      </a:pPr>
                      <a:r>
                        <a:rPr lang="es-AR" sz="1200" b="1">
                          <a:latin typeface="Quicksand SemiBold" panose="020B0604020202020204" charset="0"/>
                        </a:rPr>
                        <a:t>3,65</a:t>
                      </a:r>
                    </a:p>
                  </a:txBody>
                  <a:tcPr marL="44450" marR="44450" marT="0" marB="0" anchor="b"/>
                </a:tc>
                <a:tc>
                  <a:txBody>
                    <a:bodyPr/>
                    <a:lstStyle/>
                    <a:p>
                      <a:pPr algn="ctr">
                        <a:lnSpc>
                          <a:spcPct val="107000"/>
                        </a:lnSpc>
                        <a:spcAft>
                          <a:spcPts val="800"/>
                        </a:spcAft>
                      </a:pPr>
                      <a:r>
                        <a:rPr lang="es-AR" sz="1200" b="1">
                          <a:latin typeface="Quicksand SemiBold" panose="020B0604020202020204" charset="0"/>
                        </a:rPr>
                        <a:t>3,94</a:t>
                      </a:r>
                    </a:p>
                  </a:txBody>
                  <a:tcPr marL="44450" marR="44450" marT="0" marB="0" anchor="b"/>
                </a:tc>
                <a:tc>
                  <a:txBody>
                    <a:bodyPr/>
                    <a:lstStyle/>
                    <a:p>
                      <a:pPr algn="ctr">
                        <a:lnSpc>
                          <a:spcPct val="107000"/>
                        </a:lnSpc>
                        <a:spcAft>
                          <a:spcPts val="800"/>
                        </a:spcAft>
                      </a:pPr>
                      <a:r>
                        <a:rPr lang="es-AR" sz="1200" b="0">
                          <a:latin typeface="Quicksand SemiBold" panose="020B0604020202020204" charset="0"/>
                        </a:rPr>
                        <a:t>3,88</a:t>
                      </a:r>
                    </a:p>
                  </a:txBody>
                  <a:tcPr marL="44450" marR="44450" marT="0" marB="0" anchor="b"/>
                </a:tc>
                <a:tc>
                  <a:txBody>
                    <a:bodyPr/>
                    <a:lstStyle/>
                    <a:p>
                      <a:pPr algn="ctr">
                        <a:lnSpc>
                          <a:spcPct val="107000"/>
                        </a:lnSpc>
                        <a:spcAft>
                          <a:spcPts val="800"/>
                        </a:spcAft>
                      </a:pPr>
                      <a:r>
                        <a:rPr lang="es-AR" sz="1200" b="0">
                          <a:latin typeface="Quicksand SemiBold" panose="020B0604020202020204" charset="0"/>
                        </a:rPr>
                        <a:t>2,88</a:t>
                      </a:r>
                    </a:p>
                  </a:txBody>
                  <a:tcPr marL="44450" marR="44450" marT="0" marB="0" anchor="b"/>
                </a:tc>
                <a:tc>
                  <a:txBody>
                    <a:bodyPr/>
                    <a:lstStyle/>
                    <a:p>
                      <a:pPr>
                        <a:lnSpc>
                          <a:spcPct val="107000"/>
                        </a:lnSpc>
                        <a:spcAft>
                          <a:spcPts val="800"/>
                        </a:spcAft>
                      </a:pPr>
                      <a:r>
                        <a:rPr lang="es-AR" sz="1200" b="1" dirty="0">
                          <a:latin typeface="Quicksand SemiBold" panose="020B0604020202020204" charset="0"/>
                        </a:rPr>
                        <a:t>TEST 1</a:t>
                      </a:r>
                    </a:p>
                  </a:txBody>
                  <a:tcPr marL="44450" marR="44450" marT="0" marB="0" anchor="b"/>
                </a:tc>
                <a:extLst>
                  <a:ext uri="{0D108BD9-81ED-4DB2-BD59-A6C34878D82A}">
                    <a16:rowId xmlns:a16="http://schemas.microsoft.com/office/drawing/2014/main" val="2278914263"/>
                  </a:ext>
                </a:extLst>
              </a:tr>
              <a:tr h="182116">
                <a:tc>
                  <a:txBody>
                    <a:bodyPr/>
                    <a:lstStyle/>
                    <a:p>
                      <a:pPr algn="ctr">
                        <a:lnSpc>
                          <a:spcPct val="107000"/>
                        </a:lnSpc>
                        <a:spcAft>
                          <a:spcPts val="800"/>
                        </a:spcAft>
                      </a:pPr>
                      <a:r>
                        <a:rPr lang="es-AR" sz="1200" b="1" kern="0" dirty="0">
                          <a:effectLst/>
                          <a:latin typeface="Quicksand SemiBold" panose="020B0604020202020204" charset="0"/>
                        </a:rPr>
                        <a:t>3,43</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0" kern="0">
                          <a:effectLst/>
                          <a:latin typeface="Quicksand SemiBold" panose="020B0604020202020204" charset="0"/>
                        </a:rPr>
                        <a:t>2,29</a:t>
                      </a:r>
                      <a:endParaRPr lang="es-AR" sz="1200" b="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1" kern="0">
                          <a:effectLst/>
                          <a:latin typeface="Quicksand SemiBold" panose="020B0604020202020204" charset="0"/>
                        </a:rPr>
                        <a:t>3,00</a:t>
                      </a:r>
                      <a:endParaRPr lang="es-AR" sz="1200" b="1"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1" kern="0">
                          <a:effectLst/>
                          <a:latin typeface="Quicksand SemiBold" panose="020B0604020202020204" charset="0"/>
                        </a:rPr>
                        <a:t>3,29</a:t>
                      </a:r>
                      <a:endParaRPr lang="es-AR" sz="1200" b="1"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0" kern="0">
                          <a:effectLst/>
                          <a:latin typeface="Quicksand SemiBold" panose="020B0604020202020204" charset="0"/>
                        </a:rPr>
                        <a:t>3,86</a:t>
                      </a:r>
                      <a:endParaRPr lang="es-AR" sz="1200" b="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0" kern="0">
                          <a:effectLst/>
                          <a:latin typeface="Quicksand SemiBold" panose="020B0604020202020204" charset="0"/>
                        </a:rPr>
                        <a:t>2,71</a:t>
                      </a:r>
                      <a:endParaRPr lang="es-AR" sz="1200" b="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pPr>
                      <a:r>
                        <a:rPr lang="es-AR" sz="1200" b="1" kern="0" dirty="0">
                          <a:effectLst/>
                          <a:latin typeface="Quicksand SemiBold" panose="020B0604020202020204" charset="0"/>
                        </a:rPr>
                        <a:t>TEST 2</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466582647"/>
                  </a:ext>
                </a:extLst>
              </a:tr>
              <a:tr h="182116">
                <a:tc>
                  <a:txBody>
                    <a:bodyPr/>
                    <a:lstStyle/>
                    <a:p>
                      <a:pPr algn="ctr">
                        <a:lnSpc>
                          <a:spcPct val="107000"/>
                        </a:lnSpc>
                        <a:spcAft>
                          <a:spcPts val="800"/>
                        </a:spcAft>
                      </a:pPr>
                      <a:r>
                        <a:rPr lang="es-AR" sz="1200" b="1" kern="0" dirty="0">
                          <a:effectLst/>
                          <a:latin typeface="Quicksand SemiBold" panose="020B0604020202020204" charset="0"/>
                        </a:rPr>
                        <a:t>(-)</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nSpc>
                          <a:spcPct val="107000"/>
                        </a:lnSpc>
                      </a:pPr>
                      <a:endParaRPr lang="es-AR" sz="1200" b="0" kern="100">
                        <a:effectLst/>
                        <a:latin typeface="Quicksand SemiBold" panose="020B0604020202020204" charset="0"/>
                      </a:endParaRPr>
                    </a:p>
                  </a:txBody>
                  <a:tcPr marL="44450" marR="44450" marT="0" marB="0" anchor="b"/>
                </a:tc>
                <a:tc>
                  <a:txBody>
                    <a:bodyPr/>
                    <a:lstStyle/>
                    <a:p>
                      <a:pPr algn="ctr">
                        <a:lnSpc>
                          <a:spcPct val="107000"/>
                        </a:lnSpc>
                        <a:spcAft>
                          <a:spcPts val="800"/>
                        </a:spcAft>
                      </a:pPr>
                      <a:r>
                        <a:rPr lang="es-AR" sz="1200" b="1" kern="0" dirty="0">
                          <a:effectLst/>
                          <a:latin typeface="Quicksand SemiBold" panose="020B0604020202020204" charset="0"/>
                        </a:rPr>
                        <a:t>(-)</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1" kern="0" dirty="0">
                          <a:effectLst/>
                          <a:latin typeface="Quicksand SemiBold" panose="020B0604020202020204" charset="0"/>
                        </a:rPr>
                        <a:t>(-)</a:t>
                      </a:r>
                      <a:endParaRPr lang="es-AR" sz="12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b="0" kern="0">
                          <a:effectLst/>
                          <a:latin typeface="Quicksand SemiBold" panose="020B0604020202020204" charset="0"/>
                        </a:rPr>
                        <a:t>(=)</a:t>
                      </a:r>
                      <a:endParaRPr lang="es-AR" sz="1200" b="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nSpc>
                          <a:spcPct val="107000"/>
                        </a:lnSpc>
                      </a:pPr>
                      <a:endParaRPr lang="es-AR" sz="1200" b="0" kern="100">
                        <a:effectLst/>
                        <a:latin typeface="Quicksand SemiBold" panose="020B0604020202020204" charset="0"/>
                      </a:endParaRPr>
                    </a:p>
                  </a:txBody>
                  <a:tcPr marL="44450" marR="44450" marT="0" marB="0" anchor="b"/>
                </a:tc>
                <a:tc>
                  <a:txBody>
                    <a:bodyPr/>
                    <a:lstStyle/>
                    <a:p>
                      <a:pPr>
                        <a:lnSpc>
                          <a:spcPct val="107000"/>
                        </a:lnSpc>
                      </a:pPr>
                      <a:endParaRPr lang="es-AR" sz="1200" b="1" kern="100" dirty="0">
                        <a:effectLst/>
                        <a:latin typeface="Quicksand SemiBold" panose="020B0604020202020204" charset="0"/>
                      </a:endParaRPr>
                    </a:p>
                  </a:txBody>
                  <a:tcPr marL="44450" marR="44450" marT="0" marB="0" anchor="b"/>
                </a:tc>
                <a:extLst>
                  <a:ext uri="{0D108BD9-81ED-4DB2-BD59-A6C34878D82A}">
                    <a16:rowId xmlns:a16="http://schemas.microsoft.com/office/drawing/2014/main" val="229145653"/>
                  </a:ext>
                </a:extLst>
              </a:tr>
            </a:tbl>
          </a:graphicData>
        </a:graphic>
      </p:graphicFrame>
      <p:sp>
        <p:nvSpPr>
          <p:cNvPr id="7" name="Google Shape;761;p56">
            <a:hlinkClick r:id="rId3" action="ppaction://hlinksldjump"/>
            <a:extLst>
              <a:ext uri="{FF2B5EF4-FFF2-40B4-BE49-F238E27FC236}">
                <a16:creationId xmlns:a16="http://schemas.microsoft.com/office/drawing/2014/main" id="{2A316E6B-C6C1-4464-478E-5133366EF1F7}"/>
              </a:ext>
            </a:extLst>
          </p:cNvPr>
          <p:cNvSpPr txBox="1">
            <a:spLocks/>
          </p:cNvSpPr>
          <p:nvPr/>
        </p:nvSpPr>
        <p:spPr>
          <a:xfrm>
            <a:off x="7664066"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05</a:t>
            </a:r>
          </a:p>
        </p:txBody>
      </p:sp>
      <p:sp>
        <p:nvSpPr>
          <p:cNvPr id="8" name="Google Shape;756;p56">
            <a:extLst>
              <a:ext uri="{FF2B5EF4-FFF2-40B4-BE49-F238E27FC236}">
                <a16:creationId xmlns:a16="http://schemas.microsoft.com/office/drawing/2014/main" id="{15E6B28F-D095-29FB-EBE4-C9E59B19F202}"/>
              </a:ext>
            </a:extLst>
          </p:cNvPr>
          <p:cNvSpPr/>
          <p:nvPr/>
        </p:nvSpPr>
        <p:spPr>
          <a:xfrm>
            <a:off x="7655460" y="3625878"/>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61;p56">
            <a:hlinkClick r:id="rId3" action="ppaction://hlinksldjump"/>
            <a:extLst>
              <a:ext uri="{FF2B5EF4-FFF2-40B4-BE49-F238E27FC236}">
                <a16:creationId xmlns:a16="http://schemas.microsoft.com/office/drawing/2014/main" id="{645099CB-BA09-BACF-86D9-7EC783BAF855}"/>
              </a:ext>
            </a:extLst>
          </p:cNvPr>
          <p:cNvSpPr txBox="1">
            <a:spLocks/>
          </p:cNvSpPr>
          <p:nvPr/>
        </p:nvSpPr>
        <p:spPr>
          <a:xfrm>
            <a:off x="7664066" y="4173256"/>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05</a:t>
            </a:r>
          </a:p>
        </p:txBody>
      </p:sp>
      <p:pic>
        <p:nvPicPr>
          <p:cNvPr id="4098" name="Picture 2" descr="Foto: Son cuatro los principales acontecimientos vitales que cambian el futuro de una persona. (Reuters)">
            <a:extLst>
              <a:ext uri="{FF2B5EF4-FFF2-40B4-BE49-F238E27FC236}">
                <a16:creationId xmlns:a16="http://schemas.microsoft.com/office/drawing/2014/main" id="{3B2DB26D-1B6C-3900-E62A-A56BF26689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28" y="0"/>
            <a:ext cx="3153950"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63"/>
          <p:cNvSpPr txBox="1">
            <a:spLocks noGrp="1"/>
          </p:cNvSpPr>
          <p:nvPr>
            <p:ph type="subTitle" idx="1"/>
          </p:nvPr>
        </p:nvSpPr>
        <p:spPr>
          <a:xfrm flipH="1">
            <a:off x="2148288" y="1394172"/>
            <a:ext cx="4825387" cy="1582800"/>
          </a:xfrm>
          <a:prstGeom prst="rect">
            <a:avLst/>
          </a:prstGeom>
        </p:spPr>
        <p:txBody>
          <a:bodyPr spcFirstLastPara="1" wrap="square" lIns="91425" tIns="91425" rIns="91425" bIns="91425" anchor="t" anchorCtr="0">
            <a:noAutofit/>
          </a:bodyPr>
          <a:lstStyle/>
          <a:p>
            <a:pPr marL="0" lvl="0" indent="0" algn="just">
              <a:spcAft>
                <a:spcPts val="1600"/>
              </a:spcAft>
            </a:pPr>
            <a:r>
              <a:rPr lang="es-ES" sz="1400" dirty="0"/>
              <a:t>Para el análisis empírico posterior, la muestra se restringió a los dos países con mayor frecuencia de aparición, los cuales agrupan a 52 de los 60 participantes totales.</a:t>
            </a:r>
            <a:endParaRPr sz="1400" dirty="0"/>
          </a:p>
        </p:txBody>
      </p:sp>
      <p:sp>
        <p:nvSpPr>
          <p:cNvPr id="3" name="Google Shape;756;p56">
            <a:extLst>
              <a:ext uri="{FF2B5EF4-FFF2-40B4-BE49-F238E27FC236}">
                <a16:creationId xmlns:a16="http://schemas.microsoft.com/office/drawing/2014/main" id="{CEF11B92-6439-50D0-8B54-97F99E6A7FA5}"/>
              </a:ext>
            </a:extLst>
          </p:cNvPr>
          <p:cNvSpPr/>
          <p:nvPr/>
        </p:nvSpPr>
        <p:spPr>
          <a:xfrm>
            <a:off x="7655460" y="3625878"/>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761;p56">
            <a:hlinkClick r:id="rId3" action="ppaction://hlinksldjump"/>
            <a:extLst>
              <a:ext uri="{FF2B5EF4-FFF2-40B4-BE49-F238E27FC236}">
                <a16:creationId xmlns:a16="http://schemas.microsoft.com/office/drawing/2014/main" id="{4E4C9334-E2B6-EB06-6225-B11FCC5E167C}"/>
              </a:ext>
            </a:extLst>
          </p:cNvPr>
          <p:cNvSpPr txBox="1">
            <a:spLocks/>
          </p:cNvSpPr>
          <p:nvPr/>
        </p:nvSpPr>
        <p:spPr>
          <a:xfrm>
            <a:off x="7664066" y="4173256"/>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05</a:t>
            </a:r>
          </a:p>
        </p:txBody>
      </p:sp>
      <p:graphicFrame>
        <p:nvGraphicFramePr>
          <p:cNvPr id="7" name="Tabla 6">
            <a:extLst>
              <a:ext uri="{FF2B5EF4-FFF2-40B4-BE49-F238E27FC236}">
                <a16:creationId xmlns:a16="http://schemas.microsoft.com/office/drawing/2014/main" id="{2855F9A7-0540-7057-F23B-54CB996C45D6}"/>
              </a:ext>
            </a:extLst>
          </p:cNvPr>
          <p:cNvGraphicFramePr>
            <a:graphicFrameLocks noGrp="1"/>
          </p:cNvGraphicFramePr>
          <p:nvPr>
            <p:extLst>
              <p:ext uri="{D42A27DB-BD31-4B8C-83A1-F6EECF244321}">
                <p14:modId xmlns:p14="http://schemas.microsoft.com/office/powerpoint/2010/main" val="356993133"/>
              </p:ext>
            </p:extLst>
          </p:nvPr>
        </p:nvGraphicFramePr>
        <p:xfrm>
          <a:off x="2527811" y="2662390"/>
          <a:ext cx="3967520" cy="1320236"/>
        </p:xfrm>
        <a:graphic>
          <a:graphicData uri="http://schemas.openxmlformats.org/drawingml/2006/table">
            <a:tbl>
              <a:tblPr firstRow="1" firstCol="1" bandRow="1">
                <a:tableStyleId>{F8AFF5B3-CAB8-4CF9-804D-857E6285328E}</a:tableStyleId>
              </a:tblPr>
              <a:tblGrid>
                <a:gridCol w="1156449">
                  <a:extLst>
                    <a:ext uri="{9D8B030D-6E8A-4147-A177-3AD203B41FA5}">
                      <a16:colId xmlns:a16="http://schemas.microsoft.com/office/drawing/2014/main" val="347901840"/>
                    </a:ext>
                  </a:extLst>
                </a:gridCol>
                <a:gridCol w="1642176">
                  <a:extLst>
                    <a:ext uri="{9D8B030D-6E8A-4147-A177-3AD203B41FA5}">
                      <a16:colId xmlns:a16="http://schemas.microsoft.com/office/drawing/2014/main" val="1216340390"/>
                    </a:ext>
                  </a:extLst>
                </a:gridCol>
                <a:gridCol w="1168895">
                  <a:extLst>
                    <a:ext uri="{9D8B030D-6E8A-4147-A177-3AD203B41FA5}">
                      <a16:colId xmlns:a16="http://schemas.microsoft.com/office/drawing/2014/main" val="3791545267"/>
                    </a:ext>
                  </a:extLst>
                </a:gridCol>
              </a:tblGrid>
              <a:tr h="347042">
                <a:tc>
                  <a:txBody>
                    <a:bodyPr/>
                    <a:lstStyle/>
                    <a:p>
                      <a:pPr algn="ctr">
                        <a:lnSpc>
                          <a:spcPct val="107000"/>
                        </a:lnSpc>
                        <a:spcAft>
                          <a:spcPts val="800"/>
                        </a:spcAft>
                      </a:pPr>
                      <a:r>
                        <a:rPr lang="es-AR" sz="1500" b="1" kern="0" dirty="0">
                          <a:effectLst/>
                          <a:latin typeface="Quicksand SemiBold" panose="020B0604020202020204" charset="0"/>
                        </a:rPr>
                        <a:t>CHILE(36)</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b="1" kern="0" dirty="0">
                          <a:effectLst/>
                          <a:latin typeface="Quicksand SemiBold" panose="020B0604020202020204" charset="0"/>
                        </a:rPr>
                        <a:t>ARGENTINA(16)</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nSpc>
                          <a:spcPct val="107000"/>
                        </a:lnSpc>
                      </a:pPr>
                      <a:endParaRPr lang="es-AR" sz="1500" b="1" kern="100" dirty="0">
                        <a:effectLst/>
                        <a:latin typeface="Quicksand SemiBold" panose="020B0604020202020204" charset="0"/>
                      </a:endParaRPr>
                    </a:p>
                  </a:txBody>
                  <a:tcPr marL="44450" marR="44450" marT="0" marB="0" anchor="b"/>
                </a:tc>
                <a:extLst>
                  <a:ext uri="{0D108BD9-81ED-4DB2-BD59-A6C34878D82A}">
                    <a16:rowId xmlns:a16="http://schemas.microsoft.com/office/drawing/2014/main" val="1633367764"/>
                  </a:ext>
                </a:extLst>
              </a:tr>
              <a:tr h="324398">
                <a:tc>
                  <a:txBody>
                    <a:bodyPr/>
                    <a:lstStyle/>
                    <a:p>
                      <a:pPr algn="ctr">
                        <a:lnSpc>
                          <a:spcPct val="107000"/>
                        </a:lnSpc>
                        <a:spcAft>
                          <a:spcPts val="800"/>
                        </a:spcAft>
                      </a:pPr>
                      <a:r>
                        <a:rPr lang="es-AR" sz="1500" kern="0">
                          <a:effectLst/>
                          <a:latin typeface="Quicksand SemiBold" panose="020B0604020202020204" charset="0"/>
                        </a:rPr>
                        <a:t>56%</a:t>
                      </a:r>
                      <a:endParaRPr lang="es-AR" sz="150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kern="0" dirty="0">
                          <a:effectLst/>
                          <a:latin typeface="Quicksand SemiBold" panose="020B0604020202020204" charset="0"/>
                        </a:rPr>
                        <a:t>69%</a:t>
                      </a:r>
                      <a:endParaRPr lang="es-AR" sz="15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pPr>
                      <a:r>
                        <a:rPr lang="es-AR" sz="1500" b="1" kern="0" dirty="0">
                          <a:effectLst/>
                          <a:latin typeface="Quicksand SemiBold" panose="020B0604020202020204" charset="0"/>
                        </a:rPr>
                        <a:t>TEST0(36)</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763812221"/>
                  </a:ext>
                </a:extLst>
              </a:tr>
              <a:tr h="324398">
                <a:tc>
                  <a:txBody>
                    <a:bodyPr/>
                    <a:lstStyle/>
                    <a:p>
                      <a:pPr algn="ctr">
                        <a:lnSpc>
                          <a:spcPct val="107000"/>
                        </a:lnSpc>
                        <a:spcAft>
                          <a:spcPts val="800"/>
                        </a:spcAft>
                      </a:pPr>
                      <a:r>
                        <a:rPr lang="es-AR" sz="1500" kern="0" dirty="0">
                          <a:effectLst/>
                          <a:latin typeface="Quicksand SemiBold" panose="020B0604020202020204" charset="0"/>
                        </a:rPr>
                        <a:t>28%</a:t>
                      </a:r>
                      <a:endParaRPr lang="es-AR" sz="15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kern="0">
                          <a:effectLst/>
                          <a:latin typeface="Quicksand SemiBold" panose="020B0604020202020204" charset="0"/>
                        </a:rPr>
                        <a:t>31%</a:t>
                      </a:r>
                      <a:endParaRPr lang="es-AR" sz="150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pPr>
                      <a:r>
                        <a:rPr lang="es-AR" sz="1500" b="1" kern="0" dirty="0">
                          <a:effectLst/>
                          <a:latin typeface="Quicksand SemiBold" panose="020B0604020202020204" charset="0"/>
                        </a:rPr>
                        <a:t>TEST1(17)</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50141276"/>
                  </a:ext>
                </a:extLst>
              </a:tr>
              <a:tr h="324398">
                <a:tc>
                  <a:txBody>
                    <a:bodyPr/>
                    <a:lstStyle/>
                    <a:p>
                      <a:pPr algn="ctr">
                        <a:lnSpc>
                          <a:spcPct val="107000"/>
                        </a:lnSpc>
                        <a:spcAft>
                          <a:spcPts val="800"/>
                        </a:spcAft>
                      </a:pPr>
                      <a:r>
                        <a:rPr lang="es-AR" sz="1500" kern="0">
                          <a:effectLst/>
                          <a:latin typeface="Quicksand SemiBold" panose="020B0604020202020204" charset="0"/>
                        </a:rPr>
                        <a:t>17%</a:t>
                      </a:r>
                      <a:endParaRPr lang="es-AR" sz="150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500" kern="0">
                          <a:effectLst/>
                          <a:latin typeface="Quicksand SemiBold" panose="020B0604020202020204" charset="0"/>
                        </a:rPr>
                        <a:t>0%</a:t>
                      </a:r>
                      <a:endParaRPr lang="es-AR" sz="150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pPr>
                      <a:r>
                        <a:rPr lang="es-AR" sz="1500" b="1" kern="0" dirty="0">
                          <a:effectLst/>
                          <a:latin typeface="Quicksand SemiBold" panose="020B0604020202020204" charset="0"/>
                        </a:rPr>
                        <a:t>TEST2(7)</a:t>
                      </a:r>
                      <a:endParaRPr lang="es-AR" sz="15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9064406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7" name="Google Shape;837;p64"/>
          <p:cNvSpPr txBox="1">
            <a:spLocks noGrp="1"/>
          </p:cNvSpPr>
          <p:nvPr>
            <p:ph type="ctrTitle"/>
          </p:nvPr>
        </p:nvSpPr>
        <p:spPr>
          <a:xfrm>
            <a:off x="1187550" y="315994"/>
            <a:ext cx="67689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solidFill>
                  <a:schemeClr val="accent1"/>
                </a:solidFill>
              </a:rPr>
              <a:t>Desglose Categorías </a:t>
            </a:r>
            <a:br>
              <a:rPr lang="en" b="1" dirty="0">
                <a:solidFill>
                  <a:schemeClr val="accent1"/>
                </a:solidFill>
              </a:rPr>
            </a:br>
            <a:r>
              <a:rPr lang="en" b="1" dirty="0">
                <a:solidFill>
                  <a:schemeClr val="accent1"/>
                </a:solidFill>
              </a:rPr>
              <a:t>según País</a:t>
            </a:r>
            <a:endParaRPr b="1" dirty="0">
              <a:solidFill>
                <a:schemeClr val="accent1"/>
              </a:solidFill>
            </a:endParaRPr>
          </a:p>
        </p:txBody>
      </p:sp>
      <p:sp>
        <p:nvSpPr>
          <p:cNvPr id="840" name="Google Shape;840;p64"/>
          <p:cNvSpPr txBox="1">
            <a:spLocks noGrp="1"/>
          </p:cNvSpPr>
          <p:nvPr>
            <p:ph type="ctrTitle" idx="4294967295"/>
          </p:nvPr>
        </p:nvSpPr>
        <p:spPr>
          <a:xfrm>
            <a:off x="3752202" y="2708925"/>
            <a:ext cx="1639800" cy="3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1"/>
                </a:solidFill>
              </a:rPr>
              <a:t>Student</a:t>
            </a:r>
            <a:endParaRPr sz="2400" b="1">
              <a:solidFill>
                <a:schemeClr val="lt1"/>
              </a:solidFill>
            </a:endParaRPr>
          </a:p>
        </p:txBody>
      </p:sp>
      <p:graphicFrame>
        <p:nvGraphicFramePr>
          <p:cNvPr id="2" name="Tabla 1">
            <a:extLst>
              <a:ext uri="{FF2B5EF4-FFF2-40B4-BE49-F238E27FC236}">
                <a16:creationId xmlns:a16="http://schemas.microsoft.com/office/drawing/2014/main" id="{43C74E5C-097B-3D29-1D7D-368A0069D510}"/>
              </a:ext>
            </a:extLst>
          </p:cNvPr>
          <p:cNvGraphicFramePr>
            <a:graphicFrameLocks noGrp="1"/>
          </p:cNvGraphicFramePr>
          <p:nvPr>
            <p:extLst>
              <p:ext uri="{D42A27DB-BD31-4B8C-83A1-F6EECF244321}">
                <p14:modId xmlns:p14="http://schemas.microsoft.com/office/powerpoint/2010/main" val="3208060666"/>
              </p:ext>
            </p:extLst>
          </p:nvPr>
        </p:nvGraphicFramePr>
        <p:xfrm>
          <a:off x="1648177" y="1989924"/>
          <a:ext cx="5836356" cy="1333618"/>
        </p:xfrm>
        <a:graphic>
          <a:graphicData uri="http://schemas.openxmlformats.org/drawingml/2006/table">
            <a:tbl>
              <a:tblPr firstRow="1" firstCol="1" bandRow="1">
                <a:tableStyleId>{F8AFF5B3-CAB8-4CF9-804D-857E6285328E}</a:tableStyleId>
              </a:tblPr>
              <a:tblGrid>
                <a:gridCol w="1027289">
                  <a:extLst>
                    <a:ext uri="{9D8B030D-6E8A-4147-A177-3AD203B41FA5}">
                      <a16:colId xmlns:a16="http://schemas.microsoft.com/office/drawing/2014/main" val="365338635"/>
                    </a:ext>
                  </a:extLst>
                </a:gridCol>
                <a:gridCol w="948267">
                  <a:extLst>
                    <a:ext uri="{9D8B030D-6E8A-4147-A177-3AD203B41FA5}">
                      <a16:colId xmlns:a16="http://schemas.microsoft.com/office/drawing/2014/main" val="1158186916"/>
                    </a:ext>
                  </a:extLst>
                </a:gridCol>
                <a:gridCol w="790222">
                  <a:extLst>
                    <a:ext uri="{9D8B030D-6E8A-4147-A177-3AD203B41FA5}">
                      <a16:colId xmlns:a16="http://schemas.microsoft.com/office/drawing/2014/main" val="626423088"/>
                    </a:ext>
                  </a:extLst>
                </a:gridCol>
                <a:gridCol w="812801">
                  <a:extLst>
                    <a:ext uri="{9D8B030D-6E8A-4147-A177-3AD203B41FA5}">
                      <a16:colId xmlns:a16="http://schemas.microsoft.com/office/drawing/2014/main" val="3702954040"/>
                    </a:ext>
                  </a:extLst>
                </a:gridCol>
                <a:gridCol w="1146423">
                  <a:extLst>
                    <a:ext uri="{9D8B030D-6E8A-4147-A177-3AD203B41FA5}">
                      <a16:colId xmlns:a16="http://schemas.microsoft.com/office/drawing/2014/main" val="987974678"/>
                    </a:ext>
                  </a:extLst>
                </a:gridCol>
                <a:gridCol w="1111354">
                  <a:extLst>
                    <a:ext uri="{9D8B030D-6E8A-4147-A177-3AD203B41FA5}">
                      <a16:colId xmlns:a16="http://schemas.microsoft.com/office/drawing/2014/main" val="1181455231"/>
                    </a:ext>
                  </a:extLst>
                </a:gridCol>
              </a:tblGrid>
              <a:tr h="310648">
                <a:tc gridSpan="2">
                  <a:txBody>
                    <a:bodyPr/>
                    <a:lstStyle/>
                    <a:p>
                      <a:pPr algn="ctr">
                        <a:lnSpc>
                          <a:spcPct val="107000"/>
                        </a:lnSpc>
                        <a:spcAft>
                          <a:spcPts val="800"/>
                        </a:spcAft>
                      </a:pPr>
                      <a:r>
                        <a:rPr lang="es-AR" sz="1400" b="1" kern="0" dirty="0">
                          <a:effectLst/>
                          <a:latin typeface="Quicksand SemiBold" panose="020B0604020202020204" charset="0"/>
                        </a:rPr>
                        <a:t>ACTUALIDAD</a:t>
                      </a:r>
                      <a:endParaRPr lang="es-AR" sz="14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hMerge="1">
                  <a:txBody>
                    <a:bodyPr/>
                    <a:lstStyle/>
                    <a:p>
                      <a:endParaRPr lang="es-AR"/>
                    </a:p>
                  </a:txBody>
                  <a:tcPr/>
                </a:tc>
                <a:tc gridSpan="2">
                  <a:txBody>
                    <a:bodyPr/>
                    <a:lstStyle/>
                    <a:p>
                      <a:pPr algn="ctr">
                        <a:lnSpc>
                          <a:spcPct val="107000"/>
                        </a:lnSpc>
                        <a:spcAft>
                          <a:spcPts val="800"/>
                        </a:spcAft>
                      </a:pPr>
                      <a:r>
                        <a:rPr lang="es-AR" sz="1400" b="1" kern="0" dirty="0">
                          <a:effectLst/>
                          <a:latin typeface="Quicksand SemiBold" panose="020B0604020202020204" charset="0"/>
                        </a:rPr>
                        <a:t>INFANCIA</a:t>
                      </a:r>
                      <a:endParaRPr lang="es-AR" sz="14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hMerge="1">
                  <a:txBody>
                    <a:bodyPr/>
                    <a:lstStyle/>
                    <a:p>
                      <a:endParaRPr lang="es-AR"/>
                    </a:p>
                  </a:txBody>
                  <a:tcPr/>
                </a:tc>
                <a:tc>
                  <a:txBody>
                    <a:bodyPr/>
                    <a:lstStyle/>
                    <a:p>
                      <a:pPr algn="ctr">
                        <a:lnSpc>
                          <a:spcPct val="107000"/>
                        </a:lnSpc>
                        <a:spcAft>
                          <a:spcPts val="800"/>
                        </a:spcAft>
                      </a:pPr>
                      <a:r>
                        <a:rPr lang="es-AR" sz="1400" b="1" kern="0">
                          <a:effectLst/>
                          <a:latin typeface="Quicksand SemiBold" panose="020B0604020202020204" charset="0"/>
                        </a:rPr>
                        <a:t>HABILIDAD</a:t>
                      </a:r>
                      <a:endParaRPr lang="es-AR" sz="1400" b="1"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l">
                        <a:lnSpc>
                          <a:spcPct val="107000"/>
                        </a:lnSpc>
                      </a:pPr>
                      <a:endParaRPr lang="es-AR" sz="1400" b="1" kern="100" dirty="0">
                        <a:effectLst/>
                        <a:latin typeface="Quicksand SemiBold" panose="020B0604020202020204" charset="0"/>
                      </a:endParaRPr>
                    </a:p>
                  </a:txBody>
                  <a:tcPr marL="44450" marR="44450" marT="0" marB="0" anchor="b"/>
                </a:tc>
                <a:extLst>
                  <a:ext uri="{0D108BD9-81ED-4DB2-BD59-A6C34878D82A}">
                    <a16:rowId xmlns:a16="http://schemas.microsoft.com/office/drawing/2014/main" val="2934454381"/>
                  </a:ext>
                </a:extLst>
              </a:tr>
              <a:tr h="423848">
                <a:tc>
                  <a:txBody>
                    <a:bodyPr/>
                    <a:lstStyle/>
                    <a:p>
                      <a:pPr algn="ctr">
                        <a:lnSpc>
                          <a:spcPct val="107000"/>
                        </a:lnSpc>
                        <a:spcAft>
                          <a:spcPts val="800"/>
                        </a:spcAft>
                      </a:pPr>
                      <a:r>
                        <a:rPr lang="es-AR" sz="1400" b="1" kern="0" dirty="0">
                          <a:effectLst/>
                          <a:latin typeface="Quicksand SemiBold" panose="020B0604020202020204" charset="0"/>
                        </a:rPr>
                        <a:t>Educación</a:t>
                      </a:r>
                      <a:endParaRPr lang="es-AR" sz="14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400" b="1" kern="0" dirty="0">
                          <a:effectLst/>
                          <a:latin typeface="Quicksand SemiBold" panose="020B0604020202020204" charset="0"/>
                        </a:rPr>
                        <a:t>Ansiedad</a:t>
                      </a:r>
                      <a:endParaRPr lang="es-AR" sz="14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400" b="1" kern="0">
                          <a:effectLst/>
                          <a:latin typeface="Quicksand SemiBold" panose="020B0604020202020204" charset="0"/>
                        </a:rPr>
                        <a:t>Tiempo</a:t>
                      </a:r>
                      <a:endParaRPr lang="es-AR" sz="1400" b="1"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400" b="1" kern="0">
                          <a:effectLst/>
                          <a:latin typeface="Quicksand SemiBold" panose="020B0604020202020204" charset="0"/>
                        </a:rPr>
                        <a:t>Ingreso</a:t>
                      </a:r>
                      <a:endParaRPr lang="es-AR" sz="1400" b="1"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400" b="1" kern="0">
                          <a:effectLst/>
                          <a:latin typeface="Quicksand SemiBold" panose="020B0604020202020204" charset="0"/>
                        </a:rPr>
                        <a:t>Sol. Problemas</a:t>
                      </a:r>
                      <a:endParaRPr lang="es-AR" sz="1400" b="1"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l">
                        <a:lnSpc>
                          <a:spcPct val="107000"/>
                        </a:lnSpc>
                      </a:pPr>
                      <a:endParaRPr lang="es-AR" sz="1400" b="1" kern="100" dirty="0">
                        <a:effectLst/>
                        <a:latin typeface="Quicksand SemiBold" panose="020B0604020202020204" charset="0"/>
                      </a:endParaRPr>
                    </a:p>
                  </a:txBody>
                  <a:tcPr marL="44450" marR="44450" marT="0" marB="0" anchor="b"/>
                </a:tc>
                <a:extLst>
                  <a:ext uri="{0D108BD9-81ED-4DB2-BD59-A6C34878D82A}">
                    <a16:rowId xmlns:a16="http://schemas.microsoft.com/office/drawing/2014/main" val="843422332"/>
                  </a:ext>
                </a:extLst>
              </a:tr>
              <a:tr h="290378">
                <a:tc>
                  <a:txBody>
                    <a:bodyPr/>
                    <a:lstStyle/>
                    <a:p>
                      <a:pPr algn="ctr">
                        <a:lnSpc>
                          <a:spcPct val="107000"/>
                        </a:lnSpc>
                        <a:spcAft>
                          <a:spcPts val="800"/>
                        </a:spcAft>
                      </a:pPr>
                      <a:r>
                        <a:rPr lang="es-AR" sz="1400" kern="0" dirty="0">
                          <a:effectLst/>
                          <a:latin typeface="Quicksand SemiBold" panose="020B0604020202020204" charset="0"/>
                        </a:rPr>
                        <a:t>3,44</a:t>
                      </a:r>
                      <a:endParaRPr lang="es-AR" sz="14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es-AR" sz="1400" kern="0" dirty="0">
                          <a:effectLst/>
                          <a:latin typeface="Quicksand SemiBold" panose="020B0604020202020204" charset="0"/>
                        </a:rPr>
                        <a:t>2,63</a:t>
                      </a:r>
                      <a:endParaRPr lang="es-AR" sz="14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es-AR" sz="1400" kern="0">
                          <a:effectLst/>
                          <a:highlight>
                            <a:srgbClr val="F28E86"/>
                          </a:highlight>
                          <a:latin typeface="Quicksand SemiBold" panose="020B0604020202020204" charset="0"/>
                        </a:rPr>
                        <a:t>2,69</a:t>
                      </a:r>
                      <a:endParaRPr lang="es-AR" sz="1400" kern="100">
                        <a:effectLst/>
                        <a:highlight>
                          <a:srgbClr val="F28E86"/>
                        </a:highligh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es-AR" sz="1400" kern="0">
                          <a:effectLst/>
                          <a:highlight>
                            <a:srgbClr val="F28E86"/>
                          </a:highlight>
                          <a:latin typeface="Quicksand SemiBold" panose="020B0604020202020204" charset="0"/>
                        </a:rPr>
                        <a:t>3,00</a:t>
                      </a:r>
                      <a:endParaRPr lang="es-AR" sz="1400" kern="100">
                        <a:effectLst/>
                        <a:highlight>
                          <a:srgbClr val="F28E86"/>
                        </a:highligh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es-AR" sz="1400" kern="0">
                          <a:effectLst/>
                          <a:latin typeface="Quicksand SemiBold" panose="020B0604020202020204" charset="0"/>
                        </a:rPr>
                        <a:t>2,88</a:t>
                      </a:r>
                      <a:endParaRPr lang="es-AR" sz="1400" kern="10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l">
                        <a:lnSpc>
                          <a:spcPct val="107000"/>
                        </a:lnSpc>
                        <a:spcAft>
                          <a:spcPts val="800"/>
                        </a:spcAft>
                      </a:pPr>
                      <a:r>
                        <a:rPr lang="es-AR" sz="1400" b="1" kern="0" dirty="0">
                          <a:effectLst/>
                          <a:latin typeface="Quicksand SemiBold" panose="020B0604020202020204" charset="0"/>
                        </a:rPr>
                        <a:t>ARGENTINA</a:t>
                      </a:r>
                      <a:endParaRPr lang="es-AR" sz="14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2460201"/>
                  </a:ext>
                </a:extLst>
              </a:tr>
              <a:tr h="290378">
                <a:tc>
                  <a:txBody>
                    <a:bodyPr/>
                    <a:lstStyle/>
                    <a:p>
                      <a:pPr algn="ctr">
                        <a:lnSpc>
                          <a:spcPct val="107000"/>
                        </a:lnSpc>
                        <a:spcAft>
                          <a:spcPts val="800"/>
                        </a:spcAft>
                      </a:pPr>
                      <a:r>
                        <a:rPr lang="es-AR" sz="1400" kern="0" dirty="0">
                          <a:effectLst/>
                          <a:highlight>
                            <a:srgbClr val="F28E86"/>
                          </a:highlight>
                          <a:latin typeface="Quicksand SemiBold" panose="020B0604020202020204" charset="0"/>
                        </a:rPr>
                        <a:t>4,17</a:t>
                      </a:r>
                      <a:endParaRPr lang="es-AR" sz="1400" kern="100" dirty="0">
                        <a:effectLst/>
                        <a:highlight>
                          <a:srgbClr val="F28E86"/>
                        </a:highligh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es-AR" sz="1400" kern="0" dirty="0">
                          <a:effectLst/>
                          <a:highlight>
                            <a:srgbClr val="F28E86"/>
                          </a:highlight>
                          <a:latin typeface="Quicksand SemiBold" panose="020B0604020202020204" charset="0"/>
                        </a:rPr>
                        <a:t>3,44</a:t>
                      </a:r>
                      <a:endParaRPr lang="es-AR" sz="1400" kern="100" dirty="0">
                        <a:effectLst/>
                        <a:highlight>
                          <a:srgbClr val="F28E86"/>
                        </a:highligh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es-AR" sz="1400" kern="0" dirty="0">
                          <a:effectLst/>
                          <a:latin typeface="Quicksand SemiBold" panose="020B0604020202020204" charset="0"/>
                        </a:rPr>
                        <a:t>2,08</a:t>
                      </a:r>
                      <a:endParaRPr lang="es-AR" sz="14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es-AR" sz="1400" kern="0" dirty="0">
                          <a:effectLst/>
                          <a:latin typeface="Quicksand SemiBold" panose="020B0604020202020204" charset="0"/>
                        </a:rPr>
                        <a:t>2,31</a:t>
                      </a:r>
                      <a:endParaRPr lang="es-AR" sz="14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es-AR" sz="1400" kern="0" dirty="0">
                          <a:effectLst/>
                          <a:highlight>
                            <a:srgbClr val="F28E86"/>
                          </a:highlight>
                          <a:latin typeface="Quicksand SemiBold" panose="020B0604020202020204" charset="0"/>
                        </a:rPr>
                        <a:t>3,67</a:t>
                      </a:r>
                      <a:endParaRPr lang="es-AR" sz="1400" kern="100" dirty="0">
                        <a:effectLst/>
                        <a:highlight>
                          <a:srgbClr val="F28E86"/>
                        </a:highligh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l">
                        <a:lnSpc>
                          <a:spcPct val="107000"/>
                        </a:lnSpc>
                        <a:spcAft>
                          <a:spcPts val="800"/>
                        </a:spcAft>
                      </a:pPr>
                      <a:r>
                        <a:rPr lang="es-AR" sz="1400" b="1" kern="0" dirty="0">
                          <a:effectLst/>
                          <a:latin typeface="Quicksand SemiBold" panose="020B0604020202020204" charset="0"/>
                        </a:rPr>
                        <a:t>CHILE</a:t>
                      </a:r>
                      <a:endParaRPr lang="es-AR" sz="14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01537674"/>
                  </a:ext>
                </a:extLst>
              </a:tr>
            </a:tbl>
          </a:graphicData>
        </a:graphic>
      </p:graphicFrame>
      <p:pic>
        <p:nvPicPr>
          <p:cNvPr id="8" name="Imagen 7">
            <a:extLst>
              <a:ext uri="{FF2B5EF4-FFF2-40B4-BE49-F238E27FC236}">
                <a16:creationId xmlns:a16="http://schemas.microsoft.com/office/drawing/2014/main" id="{0A6FD9AC-4AE6-AF03-7BFF-957645B506F0}"/>
              </a:ext>
            </a:extLst>
          </p:cNvPr>
          <p:cNvPicPr>
            <a:picLocks noChangeAspect="1"/>
          </p:cNvPicPr>
          <p:nvPr/>
        </p:nvPicPr>
        <p:blipFill>
          <a:blip r:embed="rId3"/>
          <a:stretch>
            <a:fillRect/>
          </a:stretch>
        </p:blipFill>
        <p:spPr>
          <a:xfrm>
            <a:off x="951905" y="776041"/>
            <a:ext cx="1267573" cy="663363"/>
          </a:xfrm>
          <a:prstGeom prst="rect">
            <a:avLst/>
          </a:prstGeom>
        </p:spPr>
      </p:pic>
      <p:pic>
        <p:nvPicPr>
          <p:cNvPr id="10" name="Imagen 9">
            <a:extLst>
              <a:ext uri="{FF2B5EF4-FFF2-40B4-BE49-F238E27FC236}">
                <a16:creationId xmlns:a16="http://schemas.microsoft.com/office/drawing/2014/main" id="{08FD6234-FE21-8B2B-B759-2A896BBE6969}"/>
              </a:ext>
            </a:extLst>
          </p:cNvPr>
          <p:cNvPicPr>
            <a:picLocks noChangeAspect="1"/>
          </p:cNvPicPr>
          <p:nvPr/>
        </p:nvPicPr>
        <p:blipFill>
          <a:blip r:embed="rId4"/>
          <a:stretch>
            <a:fillRect/>
          </a:stretch>
        </p:blipFill>
        <p:spPr>
          <a:xfrm>
            <a:off x="970846" y="319533"/>
            <a:ext cx="1233311" cy="645433"/>
          </a:xfrm>
          <a:prstGeom prst="rect">
            <a:avLst/>
          </a:prstGeom>
        </p:spPr>
      </p:pic>
      <p:sp>
        <p:nvSpPr>
          <p:cNvPr id="11" name="Google Shape;756;p56">
            <a:extLst>
              <a:ext uri="{FF2B5EF4-FFF2-40B4-BE49-F238E27FC236}">
                <a16:creationId xmlns:a16="http://schemas.microsoft.com/office/drawing/2014/main" id="{B3D3926F-91C7-9B00-A313-3E23996ED5A3}"/>
              </a:ext>
            </a:extLst>
          </p:cNvPr>
          <p:cNvSpPr/>
          <p:nvPr/>
        </p:nvSpPr>
        <p:spPr>
          <a:xfrm>
            <a:off x="7655460" y="3625878"/>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61;p56">
            <a:hlinkClick r:id="rId5" action="ppaction://hlinksldjump"/>
            <a:extLst>
              <a:ext uri="{FF2B5EF4-FFF2-40B4-BE49-F238E27FC236}">
                <a16:creationId xmlns:a16="http://schemas.microsoft.com/office/drawing/2014/main" id="{3A80B0C2-7C56-1720-45E0-2FCA9985B432}"/>
              </a:ext>
            </a:extLst>
          </p:cNvPr>
          <p:cNvSpPr txBox="1">
            <a:spLocks/>
          </p:cNvSpPr>
          <p:nvPr/>
        </p:nvSpPr>
        <p:spPr>
          <a:xfrm>
            <a:off x="7664066" y="4173256"/>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05</a:t>
            </a:r>
          </a:p>
        </p:txBody>
      </p:sp>
      <p:sp>
        <p:nvSpPr>
          <p:cNvPr id="17" name="Diagrama de flujo: conector 16">
            <a:extLst>
              <a:ext uri="{FF2B5EF4-FFF2-40B4-BE49-F238E27FC236}">
                <a16:creationId xmlns:a16="http://schemas.microsoft.com/office/drawing/2014/main" id="{1B0604BA-B418-8F1F-2F05-82DAEABE2580}"/>
              </a:ext>
            </a:extLst>
          </p:cNvPr>
          <p:cNvSpPr/>
          <p:nvPr/>
        </p:nvSpPr>
        <p:spPr>
          <a:xfrm flipH="1">
            <a:off x="4392448" y="3335331"/>
            <a:ext cx="55880" cy="70339"/>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graphicFrame>
        <p:nvGraphicFramePr>
          <p:cNvPr id="18" name="Tabla 17">
            <a:extLst>
              <a:ext uri="{FF2B5EF4-FFF2-40B4-BE49-F238E27FC236}">
                <a16:creationId xmlns:a16="http://schemas.microsoft.com/office/drawing/2014/main" id="{8142B991-F454-6F81-5610-B6E662CE707F}"/>
              </a:ext>
            </a:extLst>
          </p:cNvPr>
          <p:cNvGraphicFramePr>
            <a:graphicFrameLocks noGrp="1"/>
          </p:cNvGraphicFramePr>
          <p:nvPr>
            <p:extLst>
              <p:ext uri="{D42A27DB-BD31-4B8C-83A1-F6EECF244321}">
                <p14:modId xmlns:p14="http://schemas.microsoft.com/office/powerpoint/2010/main" val="1165456008"/>
              </p:ext>
            </p:extLst>
          </p:nvPr>
        </p:nvGraphicFramePr>
        <p:xfrm>
          <a:off x="1659467" y="3625878"/>
          <a:ext cx="2250303" cy="1255400"/>
        </p:xfrm>
        <a:graphic>
          <a:graphicData uri="http://schemas.openxmlformats.org/drawingml/2006/table">
            <a:tbl>
              <a:tblPr>
                <a:tableStyleId>{F8AFF5B3-CAB8-4CF9-804D-857E6285328E}</a:tableStyleId>
              </a:tblPr>
              <a:tblGrid>
                <a:gridCol w="1322612">
                  <a:extLst>
                    <a:ext uri="{9D8B030D-6E8A-4147-A177-3AD203B41FA5}">
                      <a16:colId xmlns:a16="http://schemas.microsoft.com/office/drawing/2014/main" val="4110463793"/>
                    </a:ext>
                  </a:extLst>
                </a:gridCol>
                <a:gridCol w="927691">
                  <a:extLst>
                    <a:ext uri="{9D8B030D-6E8A-4147-A177-3AD203B41FA5}">
                      <a16:colId xmlns:a16="http://schemas.microsoft.com/office/drawing/2014/main" val="1324932896"/>
                    </a:ext>
                  </a:extLst>
                </a:gridCol>
              </a:tblGrid>
              <a:tr h="251080">
                <a:tc>
                  <a:txBody>
                    <a:bodyPr/>
                    <a:lstStyle/>
                    <a:p>
                      <a:pPr algn="ctr" fontAlgn="b"/>
                      <a:r>
                        <a:rPr lang="es-AR" sz="1000" b="1" u="none" strike="noStrike" dirty="0">
                          <a:effectLst/>
                          <a:latin typeface="Quicksand SemiBold" panose="020B0604020202020204" charset="0"/>
                        </a:rPr>
                        <a:t>Promedio TEST</a:t>
                      </a:r>
                      <a:endParaRPr lang="es-AR" sz="1000" b="1" i="0" u="none" strike="noStrike" dirty="0">
                        <a:solidFill>
                          <a:srgbClr val="000000"/>
                        </a:solidFill>
                        <a:effectLst/>
                        <a:latin typeface="Quicksand SemiBold" panose="020B0604020202020204" charset="0"/>
                      </a:endParaRPr>
                    </a:p>
                  </a:txBody>
                  <a:tcPr marL="9525" marR="9525" marT="9525" marB="0" anchor="b"/>
                </a:tc>
                <a:tc>
                  <a:txBody>
                    <a:bodyPr/>
                    <a:lstStyle/>
                    <a:p>
                      <a:pPr algn="ctr" fontAlgn="b"/>
                      <a:endParaRPr lang="es-AR" sz="1000" b="1" i="0" u="none" strike="noStrike" dirty="0">
                        <a:solidFill>
                          <a:srgbClr val="000000"/>
                        </a:solidFill>
                        <a:effectLst/>
                        <a:latin typeface="Quicksand SemiBold" panose="020B0604020202020204" charset="0"/>
                      </a:endParaRPr>
                    </a:p>
                  </a:txBody>
                  <a:tcPr marL="9525" marR="9525" marT="9525" marB="0" anchor="b"/>
                </a:tc>
                <a:extLst>
                  <a:ext uri="{0D108BD9-81ED-4DB2-BD59-A6C34878D82A}">
                    <a16:rowId xmlns:a16="http://schemas.microsoft.com/office/drawing/2014/main" val="3549354980"/>
                  </a:ext>
                </a:extLst>
              </a:tr>
              <a:tr h="251080">
                <a:tc>
                  <a:txBody>
                    <a:bodyPr/>
                    <a:lstStyle/>
                    <a:p>
                      <a:pPr algn="ctr" fontAlgn="b"/>
                      <a:r>
                        <a:rPr lang="es-AR" sz="1000" b="0" u="none" strike="noStrike" dirty="0">
                          <a:effectLst/>
                          <a:highlight>
                            <a:srgbClr val="FFFF00"/>
                          </a:highlight>
                          <a:latin typeface="Quicksand SemiBold" panose="020B0604020202020204" charset="0"/>
                        </a:rPr>
                        <a:t>0,59</a:t>
                      </a:r>
                      <a:endParaRPr lang="es-AR" sz="1000" b="0" i="0" u="none" strike="noStrike" dirty="0">
                        <a:solidFill>
                          <a:srgbClr val="000000"/>
                        </a:solidFill>
                        <a:effectLst/>
                        <a:highlight>
                          <a:srgbClr val="FFFF00"/>
                        </a:highlight>
                        <a:latin typeface="Quicksand SemiBold" panose="020B0604020202020204" charset="0"/>
                      </a:endParaRPr>
                    </a:p>
                  </a:txBody>
                  <a:tcPr marL="9525" marR="9525" marT="9525" marB="0" anchor="b"/>
                </a:tc>
                <a:tc>
                  <a:txBody>
                    <a:bodyPr/>
                    <a:lstStyle/>
                    <a:p>
                      <a:pPr algn="ctr" fontAlgn="b"/>
                      <a:r>
                        <a:rPr lang="es-AR" sz="1000" b="1" u="none" strike="noStrike" dirty="0">
                          <a:effectLst/>
                          <a:latin typeface="Quicksand SemiBold" panose="020B0604020202020204" charset="0"/>
                        </a:rPr>
                        <a:t>Educación 5</a:t>
                      </a:r>
                      <a:endParaRPr lang="es-AR" sz="1000" b="1" i="0" u="none" strike="noStrike" dirty="0">
                        <a:solidFill>
                          <a:srgbClr val="000000"/>
                        </a:solidFill>
                        <a:effectLst/>
                        <a:latin typeface="Quicksand SemiBold" panose="020B0604020202020204" charset="0"/>
                      </a:endParaRPr>
                    </a:p>
                  </a:txBody>
                  <a:tcPr marL="9525" marR="9525" marT="9525" marB="0" anchor="b"/>
                </a:tc>
                <a:extLst>
                  <a:ext uri="{0D108BD9-81ED-4DB2-BD59-A6C34878D82A}">
                    <a16:rowId xmlns:a16="http://schemas.microsoft.com/office/drawing/2014/main" val="2757562709"/>
                  </a:ext>
                </a:extLst>
              </a:tr>
              <a:tr h="251080">
                <a:tc>
                  <a:txBody>
                    <a:bodyPr/>
                    <a:lstStyle/>
                    <a:p>
                      <a:pPr algn="ctr" fontAlgn="b"/>
                      <a:r>
                        <a:rPr lang="es-AR" sz="1000" b="0" u="none" strike="noStrike" dirty="0">
                          <a:effectLst/>
                          <a:highlight>
                            <a:srgbClr val="FFFF00"/>
                          </a:highlight>
                          <a:latin typeface="Quicksand SemiBold" panose="020B0604020202020204" charset="0"/>
                        </a:rPr>
                        <a:t>0,88</a:t>
                      </a:r>
                      <a:endParaRPr lang="es-AR" sz="1000" b="0" i="0" u="none" strike="noStrike" dirty="0">
                        <a:solidFill>
                          <a:srgbClr val="000000"/>
                        </a:solidFill>
                        <a:effectLst/>
                        <a:highlight>
                          <a:srgbClr val="FFFF00"/>
                        </a:highlight>
                        <a:latin typeface="Quicksand SemiBold" panose="020B0604020202020204" charset="0"/>
                      </a:endParaRPr>
                    </a:p>
                  </a:txBody>
                  <a:tcPr marL="9525" marR="9525" marT="9525" marB="0" anchor="b"/>
                </a:tc>
                <a:tc>
                  <a:txBody>
                    <a:bodyPr/>
                    <a:lstStyle/>
                    <a:p>
                      <a:pPr algn="ctr" fontAlgn="b"/>
                      <a:r>
                        <a:rPr lang="es-AR" sz="1000" b="1" u="none" strike="noStrike" dirty="0">
                          <a:effectLst/>
                          <a:latin typeface="Quicksand SemiBold" panose="020B0604020202020204" charset="0"/>
                        </a:rPr>
                        <a:t>Educación 4</a:t>
                      </a:r>
                      <a:endParaRPr lang="es-AR" sz="1000" b="1" i="0" u="none" strike="noStrike" dirty="0">
                        <a:solidFill>
                          <a:srgbClr val="000000"/>
                        </a:solidFill>
                        <a:effectLst/>
                        <a:latin typeface="Quicksand SemiBold" panose="020B0604020202020204" charset="0"/>
                      </a:endParaRPr>
                    </a:p>
                  </a:txBody>
                  <a:tcPr marL="9525" marR="9525" marT="9525" marB="0" anchor="b"/>
                </a:tc>
                <a:extLst>
                  <a:ext uri="{0D108BD9-81ED-4DB2-BD59-A6C34878D82A}">
                    <a16:rowId xmlns:a16="http://schemas.microsoft.com/office/drawing/2014/main" val="1277874943"/>
                  </a:ext>
                </a:extLst>
              </a:tr>
              <a:tr h="251080">
                <a:tc>
                  <a:txBody>
                    <a:bodyPr/>
                    <a:lstStyle/>
                    <a:p>
                      <a:pPr algn="ctr" fontAlgn="b"/>
                      <a:r>
                        <a:rPr lang="es-AR" sz="1000" b="0" u="none" strike="noStrike" dirty="0">
                          <a:effectLst/>
                          <a:latin typeface="Quicksand SemiBold" panose="020B0604020202020204" charset="0"/>
                        </a:rPr>
                        <a:t>0,45</a:t>
                      </a:r>
                      <a:endParaRPr lang="es-AR" sz="1000" b="0" i="0" u="none" strike="noStrike" dirty="0">
                        <a:solidFill>
                          <a:srgbClr val="000000"/>
                        </a:solidFill>
                        <a:effectLst/>
                        <a:latin typeface="Quicksand SemiBold" panose="020B0604020202020204" charset="0"/>
                      </a:endParaRPr>
                    </a:p>
                  </a:txBody>
                  <a:tcPr marL="9525" marR="9525" marT="9525" marB="0" anchor="b"/>
                </a:tc>
                <a:tc>
                  <a:txBody>
                    <a:bodyPr/>
                    <a:lstStyle/>
                    <a:p>
                      <a:pPr algn="ctr" fontAlgn="b"/>
                      <a:r>
                        <a:rPr lang="es-AR" sz="1000" b="1" u="none" strike="noStrike" dirty="0">
                          <a:effectLst/>
                          <a:latin typeface="Quicksand SemiBold" panose="020B0604020202020204" charset="0"/>
                        </a:rPr>
                        <a:t>Educación 2</a:t>
                      </a:r>
                      <a:endParaRPr lang="es-AR" sz="1000" b="1" i="0" u="none" strike="noStrike" dirty="0">
                        <a:solidFill>
                          <a:srgbClr val="000000"/>
                        </a:solidFill>
                        <a:effectLst/>
                        <a:latin typeface="Quicksand SemiBold" panose="020B0604020202020204" charset="0"/>
                      </a:endParaRPr>
                    </a:p>
                  </a:txBody>
                  <a:tcPr marL="9525" marR="9525" marT="9525" marB="0" anchor="b"/>
                </a:tc>
                <a:extLst>
                  <a:ext uri="{0D108BD9-81ED-4DB2-BD59-A6C34878D82A}">
                    <a16:rowId xmlns:a16="http://schemas.microsoft.com/office/drawing/2014/main" val="1366086217"/>
                  </a:ext>
                </a:extLst>
              </a:tr>
              <a:tr h="251080">
                <a:tc>
                  <a:txBody>
                    <a:bodyPr/>
                    <a:lstStyle/>
                    <a:p>
                      <a:pPr algn="ctr" fontAlgn="b"/>
                      <a:r>
                        <a:rPr lang="es-AR" sz="1000" b="0" u="none" strike="noStrike" dirty="0">
                          <a:effectLst/>
                          <a:latin typeface="Quicksand SemiBold" panose="020B0604020202020204" charset="0"/>
                        </a:rPr>
                        <a:t>0,33</a:t>
                      </a:r>
                      <a:endParaRPr lang="es-AR" sz="1000" b="0" i="0" u="none" strike="noStrike" dirty="0">
                        <a:solidFill>
                          <a:srgbClr val="000000"/>
                        </a:solidFill>
                        <a:effectLst/>
                        <a:latin typeface="Quicksand SemiBold" panose="020B0604020202020204" charset="0"/>
                      </a:endParaRPr>
                    </a:p>
                  </a:txBody>
                  <a:tcPr marL="9525" marR="9525" marT="9525" marB="0" anchor="b"/>
                </a:tc>
                <a:tc>
                  <a:txBody>
                    <a:bodyPr/>
                    <a:lstStyle/>
                    <a:p>
                      <a:pPr algn="ctr" fontAlgn="b"/>
                      <a:r>
                        <a:rPr lang="es-AR" sz="1000" b="1" u="none" strike="noStrike" dirty="0">
                          <a:effectLst/>
                          <a:latin typeface="Quicksand SemiBold" panose="020B0604020202020204" charset="0"/>
                        </a:rPr>
                        <a:t>Educación 1</a:t>
                      </a:r>
                      <a:endParaRPr lang="es-AR" sz="1000" b="1" i="0" u="none" strike="noStrike" dirty="0">
                        <a:solidFill>
                          <a:srgbClr val="000000"/>
                        </a:solidFill>
                        <a:effectLst/>
                        <a:latin typeface="Quicksand SemiBold" panose="020B0604020202020204" charset="0"/>
                      </a:endParaRPr>
                    </a:p>
                  </a:txBody>
                  <a:tcPr marL="9525" marR="9525" marT="9525" marB="0" anchor="b"/>
                </a:tc>
                <a:extLst>
                  <a:ext uri="{0D108BD9-81ED-4DB2-BD59-A6C34878D82A}">
                    <a16:rowId xmlns:a16="http://schemas.microsoft.com/office/drawing/2014/main" val="2249432084"/>
                  </a:ext>
                </a:extLst>
              </a:tr>
            </a:tbl>
          </a:graphicData>
        </a:graphic>
      </p:graphicFrame>
      <p:graphicFrame>
        <p:nvGraphicFramePr>
          <p:cNvPr id="27" name="Tabla 26">
            <a:extLst>
              <a:ext uri="{FF2B5EF4-FFF2-40B4-BE49-F238E27FC236}">
                <a16:creationId xmlns:a16="http://schemas.microsoft.com/office/drawing/2014/main" id="{E51EBFBB-D5FB-DA63-3057-4996BB1DEF38}"/>
              </a:ext>
            </a:extLst>
          </p:cNvPr>
          <p:cNvGraphicFramePr>
            <a:graphicFrameLocks noGrp="1"/>
          </p:cNvGraphicFramePr>
          <p:nvPr>
            <p:extLst>
              <p:ext uri="{D42A27DB-BD31-4B8C-83A1-F6EECF244321}">
                <p14:modId xmlns:p14="http://schemas.microsoft.com/office/powerpoint/2010/main" val="459731322"/>
              </p:ext>
            </p:extLst>
          </p:nvPr>
        </p:nvGraphicFramePr>
        <p:xfrm>
          <a:off x="4270231" y="3625878"/>
          <a:ext cx="3214302" cy="758835"/>
        </p:xfrm>
        <a:graphic>
          <a:graphicData uri="http://schemas.openxmlformats.org/drawingml/2006/table">
            <a:tbl>
              <a:tblPr firstRow="1" firstCol="1" bandRow="1">
                <a:tableStyleId>{F8AFF5B3-CAB8-4CF9-804D-857E6285328E}</a:tableStyleId>
              </a:tblPr>
              <a:tblGrid>
                <a:gridCol w="1071434">
                  <a:extLst>
                    <a:ext uri="{9D8B030D-6E8A-4147-A177-3AD203B41FA5}">
                      <a16:colId xmlns:a16="http://schemas.microsoft.com/office/drawing/2014/main" val="2839632830"/>
                    </a:ext>
                  </a:extLst>
                </a:gridCol>
                <a:gridCol w="1071434">
                  <a:extLst>
                    <a:ext uri="{9D8B030D-6E8A-4147-A177-3AD203B41FA5}">
                      <a16:colId xmlns:a16="http://schemas.microsoft.com/office/drawing/2014/main" val="2439047675"/>
                    </a:ext>
                  </a:extLst>
                </a:gridCol>
                <a:gridCol w="1071434">
                  <a:extLst>
                    <a:ext uri="{9D8B030D-6E8A-4147-A177-3AD203B41FA5}">
                      <a16:colId xmlns:a16="http://schemas.microsoft.com/office/drawing/2014/main" val="248333230"/>
                    </a:ext>
                  </a:extLst>
                </a:gridCol>
              </a:tblGrid>
              <a:tr h="259476">
                <a:tc>
                  <a:txBody>
                    <a:bodyPr/>
                    <a:lstStyle/>
                    <a:p>
                      <a:pPr algn="ctr">
                        <a:lnSpc>
                          <a:spcPct val="107000"/>
                        </a:lnSpc>
                        <a:spcAft>
                          <a:spcPts val="800"/>
                        </a:spcAft>
                      </a:pPr>
                      <a:r>
                        <a:rPr lang="es-AR" sz="900" b="1" kern="0" dirty="0">
                          <a:effectLst/>
                          <a:latin typeface="Quicksand SemiBold" panose="020B0604020202020204" charset="0"/>
                        </a:rPr>
                        <a:t>Ingreso Infancia</a:t>
                      </a:r>
                      <a:endParaRPr lang="es-AR" sz="11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es-AR" sz="1000" b="1" kern="0" dirty="0">
                          <a:effectLst/>
                          <a:latin typeface="Quicksand SemiBold" panose="020B0604020202020204" charset="0"/>
                        </a:rPr>
                        <a:t>Ingreso Actual</a:t>
                      </a:r>
                      <a:endParaRPr lang="es-AR" sz="11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ctr"/>
                </a:tc>
                <a:tc>
                  <a:txBody>
                    <a:bodyPr/>
                    <a:lstStyle/>
                    <a:p>
                      <a:pPr>
                        <a:lnSpc>
                          <a:spcPct val="107000"/>
                        </a:lnSpc>
                      </a:pPr>
                      <a:endParaRPr lang="es-AR" sz="1100" b="1" kern="100" dirty="0">
                        <a:effectLst/>
                        <a:latin typeface="Quicksand SemiBold" panose="020B0604020202020204" charset="0"/>
                      </a:endParaRPr>
                    </a:p>
                  </a:txBody>
                  <a:tcPr marL="44450" marR="44450" marT="0" marB="0" anchor="b"/>
                </a:tc>
                <a:extLst>
                  <a:ext uri="{0D108BD9-81ED-4DB2-BD59-A6C34878D82A}">
                    <a16:rowId xmlns:a16="http://schemas.microsoft.com/office/drawing/2014/main" val="1910625174"/>
                  </a:ext>
                </a:extLst>
              </a:tr>
              <a:tr h="256813">
                <a:tc>
                  <a:txBody>
                    <a:bodyPr/>
                    <a:lstStyle/>
                    <a:p>
                      <a:pPr algn="ctr">
                        <a:lnSpc>
                          <a:spcPct val="107000"/>
                        </a:lnSpc>
                        <a:spcAft>
                          <a:spcPts val="800"/>
                        </a:spcAft>
                      </a:pPr>
                      <a:r>
                        <a:rPr lang="es-AR" sz="1000" kern="0" dirty="0">
                          <a:effectLst/>
                          <a:latin typeface="Quicksand SemiBold" panose="020B0604020202020204" charset="0"/>
                        </a:rPr>
                        <a:t>3,00</a:t>
                      </a:r>
                      <a:endParaRPr lang="es-AR" sz="11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000" kern="0" dirty="0">
                          <a:effectLst/>
                          <a:latin typeface="Quicksand SemiBold" panose="020B0604020202020204" charset="0"/>
                        </a:rPr>
                        <a:t>2,81</a:t>
                      </a:r>
                      <a:endParaRPr lang="es-AR" sz="11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pPr>
                      <a:r>
                        <a:rPr lang="es-AR" sz="1000" b="1" kern="0" dirty="0">
                          <a:effectLst/>
                          <a:latin typeface="Quicksand SemiBold" panose="020B0604020202020204" charset="0"/>
                        </a:rPr>
                        <a:t>ARGENTINA (-)</a:t>
                      </a:r>
                      <a:endParaRPr lang="es-AR" sz="11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7702901"/>
                  </a:ext>
                </a:extLst>
              </a:tr>
              <a:tr h="242546">
                <a:tc>
                  <a:txBody>
                    <a:bodyPr/>
                    <a:lstStyle/>
                    <a:p>
                      <a:pPr algn="ctr">
                        <a:lnSpc>
                          <a:spcPct val="107000"/>
                        </a:lnSpc>
                        <a:spcAft>
                          <a:spcPts val="800"/>
                        </a:spcAft>
                      </a:pPr>
                      <a:r>
                        <a:rPr lang="es-AR" sz="1000" kern="0" dirty="0">
                          <a:effectLst/>
                          <a:latin typeface="Quicksand SemiBold" panose="020B0604020202020204" charset="0"/>
                        </a:rPr>
                        <a:t>2,31</a:t>
                      </a:r>
                      <a:endParaRPr lang="es-AR" sz="11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000" kern="0" dirty="0">
                          <a:effectLst/>
                          <a:latin typeface="Quicksand SemiBold" panose="020B0604020202020204" charset="0"/>
                        </a:rPr>
                        <a:t>2,69</a:t>
                      </a:r>
                      <a:endParaRPr lang="es-AR" sz="1100"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pPr>
                      <a:r>
                        <a:rPr lang="es-AR" sz="1000" b="1" kern="0" dirty="0">
                          <a:effectLst/>
                          <a:latin typeface="Quicksand SemiBold" panose="020B0604020202020204" charset="0"/>
                        </a:rPr>
                        <a:t>CHILE (+)</a:t>
                      </a:r>
                      <a:endParaRPr lang="es-AR" sz="1100" b="1" kern="100" dirty="0">
                        <a:effectLst/>
                        <a:latin typeface="Quicksand SemiBold" panose="020B0604020202020204" charset="0"/>
                        <a:ea typeface="Aptos" panose="020B000402020202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66529416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5" name="Google Shape;905;p67"/>
          <p:cNvSpPr txBox="1">
            <a:spLocks noGrp="1"/>
          </p:cNvSpPr>
          <p:nvPr>
            <p:ph type="ctrTitle"/>
          </p:nvPr>
        </p:nvSpPr>
        <p:spPr>
          <a:xfrm>
            <a:off x="1164972" y="754852"/>
            <a:ext cx="67689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92D050"/>
                </a:solidFill>
              </a:rPr>
              <a:t>SISTEMA 1              </a:t>
            </a:r>
            <a:r>
              <a:rPr lang="en" dirty="0">
                <a:solidFill>
                  <a:schemeClr val="accent3">
                    <a:lumMod val="75000"/>
                  </a:schemeClr>
                </a:solidFill>
              </a:rPr>
              <a:t>SISTEMA 2</a:t>
            </a:r>
            <a:endParaRPr dirty="0">
              <a:solidFill>
                <a:schemeClr val="accent3">
                  <a:lumMod val="75000"/>
                </a:schemeClr>
              </a:solidFill>
            </a:endParaRPr>
          </a:p>
        </p:txBody>
      </p:sp>
      <p:sp>
        <p:nvSpPr>
          <p:cNvPr id="910" name="Google Shape;910;p67"/>
          <p:cNvSpPr/>
          <p:nvPr/>
        </p:nvSpPr>
        <p:spPr>
          <a:xfrm>
            <a:off x="1050962" y="1657226"/>
            <a:ext cx="2885085" cy="2784778"/>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1" name="Google Shape;911;p67"/>
          <p:cNvSpPr/>
          <p:nvPr/>
        </p:nvSpPr>
        <p:spPr>
          <a:xfrm>
            <a:off x="5156645" y="1673091"/>
            <a:ext cx="2885085" cy="2784777"/>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8" name="Google Shape;918;p67"/>
          <p:cNvGrpSpPr/>
          <p:nvPr/>
        </p:nvGrpSpPr>
        <p:grpSpPr>
          <a:xfrm>
            <a:off x="5317359" y="1532967"/>
            <a:ext cx="429504" cy="370879"/>
            <a:chOff x="-42651700" y="3217825"/>
            <a:chExt cx="367600" cy="317425"/>
          </a:xfrm>
        </p:grpSpPr>
        <p:sp>
          <p:nvSpPr>
            <p:cNvPr id="919" name="Google Shape;919;p67"/>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67"/>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67"/>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67"/>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8" name="Google Shape;908;p67"/>
          <p:cNvSpPr txBox="1">
            <a:spLocks noGrp="1"/>
          </p:cNvSpPr>
          <p:nvPr>
            <p:ph type="subTitle" idx="4"/>
          </p:nvPr>
        </p:nvSpPr>
        <p:spPr>
          <a:xfrm>
            <a:off x="1488349" y="1870751"/>
            <a:ext cx="1920000" cy="168524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latin typeface="Nunito Sans" pitchFamily="2" charset="0"/>
              </a:rPr>
              <a:t>Opera automática y rápidamente, con poco o ningún esfuerzo.</a:t>
            </a:r>
            <a:endParaRPr sz="1800" dirty="0">
              <a:latin typeface="Nunito Sans" pitchFamily="2" charset="0"/>
            </a:endParaRPr>
          </a:p>
        </p:txBody>
      </p:sp>
      <p:sp>
        <p:nvSpPr>
          <p:cNvPr id="16" name="Google Shape;908;p67">
            <a:extLst>
              <a:ext uri="{FF2B5EF4-FFF2-40B4-BE49-F238E27FC236}">
                <a16:creationId xmlns:a16="http://schemas.microsoft.com/office/drawing/2014/main" id="{F611FD83-4374-4AA2-3651-D640F6A2BCED}"/>
              </a:ext>
            </a:extLst>
          </p:cNvPr>
          <p:cNvSpPr txBox="1">
            <a:spLocks/>
          </p:cNvSpPr>
          <p:nvPr/>
        </p:nvSpPr>
        <p:spPr>
          <a:xfrm>
            <a:off x="5639187" y="1768866"/>
            <a:ext cx="1920000" cy="25859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000"/>
              <a:buFont typeface="Nunito Sans"/>
              <a:buNone/>
              <a:defRPr sz="1400" b="0" i="0" u="none" strike="noStrike" cap="none">
                <a:solidFill>
                  <a:schemeClr val="dk1"/>
                </a:solidFill>
                <a:latin typeface="Nunito Sans"/>
                <a:ea typeface="Nunito Sans"/>
                <a:cs typeface="Nunito Sans"/>
                <a:sym typeface="Nunito Sans"/>
              </a:defRPr>
            </a:lvl1pPr>
            <a:lvl2pPr marL="914400" marR="0" lvl="1"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2pPr>
            <a:lvl3pPr marL="1371600" marR="0" lvl="2"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3pPr>
            <a:lvl4pPr marL="1828800" marR="0" lvl="3"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4pPr>
            <a:lvl5pPr marL="2286000" marR="0" lvl="4"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5pPr>
            <a:lvl6pPr marL="2743200" marR="0" lvl="5"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6pPr>
            <a:lvl7pPr marL="3200400" marR="0" lvl="6"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7pPr>
            <a:lvl8pPr marL="3657600" marR="0" lvl="7"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8pPr>
            <a:lvl9pPr marL="4114800" marR="0" lvl="8"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9pPr>
          </a:lstStyle>
          <a:p>
            <a:pPr marL="0" indent="0"/>
            <a:r>
              <a:rPr lang="es-ES" sz="1700" dirty="0">
                <a:latin typeface="Nunito Sans" pitchFamily="2" charset="0"/>
              </a:rPr>
              <a:t>Se enfoca en </a:t>
            </a:r>
            <a:r>
              <a:rPr lang="es-ES" sz="1700" b="1" dirty="0">
                <a:latin typeface="Nunito Sans" pitchFamily="2" charset="0"/>
              </a:rPr>
              <a:t>demandas que requieren atención</a:t>
            </a:r>
            <a:r>
              <a:rPr lang="es-ES" sz="1700" dirty="0">
                <a:latin typeface="Nunito Sans" pitchFamily="2" charset="0"/>
              </a:rPr>
              <a:t>. Cuando el SISTEMA 1 alerta alguna dificultad se pasa al SISTEMA 2.</a:t>
            </a:r>
          </a:p>
        </p:txBody>
      </p:sp>
      <p:sp>
        <p:nvSpPr>
          <p:cNvPr id="17" name="Google Shape;908;p67">
            <a:extLst>
              <a:ext uri="{FF2B5EF4-FFF2-40B4-BE49-F238E27FC236}">
                <a16:creationId xmlns:a16="http://schemas.microsoft.com/office/drawing/2014/main" id="{8563BE76-2126-9936-F7EC-BE8DEB296CE4}"/>
              </a:ext>
            </a:extLst>
          </p:cNvPr>
          <p:cNvSpPr txBox="1">
            <a:spLocks/>
          </p:cNvSpPr>
          <p:nvPr/>
        </p:nvSpPr>
        <p:spPr>
          <a:xfrm>
            <a:off x="882298" y="2943430"/>
            <a:ext cx="3267567" cy="168524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000000"/>
              </a:buClr>
              <a:buSzPts val="1000"/>
              <a:buFont typeface="Nunito Sans"/>
              <a:buNone/>
              <a:defRPr sz="1400" b="0" i="0" u="none" strike="noStrike" cap="none">
                <a:solidFill>
                  <a:schemeClr val="dk1"/>
                </a:solidFill>
                <a:latin typeface="Nunito Sans"/>
                <a:ea typeface="Nunito Sans"/>
                <a:cs typeface="Nunito Sans"/>
                <a:sym typeface="Nunito Sans"/>
              </a:defRPr>
            </a:lvl1pPr>
            <a:lvl2pPr marL="914400" marR="0" lvl="1"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2pPr>
            <a:lvl3pPr marL="1371600" marR="0" lvl="2"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3pPr>
            <a:lvl4pPr marL="1828800" marR="0" lvl="3"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4pPr>
            <a:lvl5pPr marL="2286000" marR="0" lvl="4"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5pPr>
            <a:lvl6pPr marL="2743200" marR="0" lvl="5"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6pPr>
            <a:lvl7pPr marL="3200400" marR="0" lvl="6"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7pPr>
            <a:lvl8pPr marL="3657600" marR="0" lvl="7"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8pPr>
            <a:lvl9pPr marL="4114800" marR="0" lvl="8" indent="-317500" algn="ctr" rtl="0">
              <a:lnSpc>
                <a:spcPct val="100000"/>
              </a:lnSpc>
              <a:spcBef>
                <a:spcPts val="0"/>
              </a:spcBef>
              <a:spcAft>
                <a:spcPts val="0"/>
              </a:spcAft>
              <a:buClr>
                <a:srgbClr val="000000"/>
              </a:buClr>
              <a:buSzPts val="1000"/>
              <a:buFont typeface="Nunito Sans"/>
              <a:buNone/>
              <a:defRPr sz="1000" b="0" i="0" u="none" strike="noStrike" cap="none">
                <a:solidFill>
                  <a:srgbClr val="000000"/>
                </a:solidFill>
                <a:latin typeface="Nunito Sans"/>
                <a:ea typeface="Nunito Sans"/>
                <a:cs typeface="Nunito Sans"/>
                <a:sym typeface="Nunito Sans"/>
              </a:defRPr>
            </a:lvl9pPr>
          </a:lstStyle>
          <a:p>
            <a:pPr marL="0" indent="0"/>
            <a:r>
              <a:rPr lang="es-ES" sz="1800" b="1" dirty="0">
                <a:latin typeface="Nunito Sans" pitchFamily="2" charset="0"/>
              </a:rPr>
              <a:t>Facilidad cognitiva</a:t>
            </a:r>
          </a:p>
        </p:txBody>
      </p:sp>
      <p:sp>
        <p:nvSpPr>
          <p:cNvPr id="18" name="Google Shape;756;p56">
            <a:extLst>
              <a:ext uri="{FF2B5EF4-FFF2-40B4-BE49-F238E27FC236}">
                <a16:creationId xmlns:a16="http://schemas.microsoft.com/office/drawing/2014/main" id="{3D71B0B6-B2E4-7E36-AE44-954498975801}"/>
              </a:ext>
            </a:extLst>
          </p:cNvPr>
          <p:cNvSpPr/>
          <p:nvPr/>
        </p:nvSpPr>
        <p:spPr>
          <a:xfrm>
            <a:off x="7655460" y="3625878"/>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61;p56">
            <a:hlinkClick r:id="rId3" action="ppaction://hlinksldjump"/>
            <a:extLst>
              <a:ext uri="{FF2B5EF4-FFF2-40B4-BE49-F238E27FC236}">
                <a16:creationId xmlns:a16="http://schemas.microsoft.com/office/drawing/2014/main" id="{886AA1FC-F01D-C421-33E1-87D9B5D313E6}"/>
              </a:ext>
            </a:extLst>
          </p:cNvPr>
          <p:cNvSpPr txBox="1">
            <a:spLocks/>
          </p:cNvSpPr>
          <p:nvPr/>
        </p:nvSpPr>
        <p:spPr>
          <a:xfrm>
            <a:off x="7686644"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05</a:t>
            </a:r>
          </a:p>
        </p:txBody>
      </p:sp>
      <p:sp>
        <p:nvSpPr>
          <p:cNvPr id="20" name="Flecha: a la derecha 19">
            <a:extLst>
              <a:ext uri="{FF2B5EF4-FFF2-40B4-BE49-F238E27FC236}">
                <a16:creationId xmlns:a16="http://schemas.microsoft.com/office/drawing/2014/main" id="{F798F1DA-04F8-1037-AEFC-A06B4529E82C}"/>
              </a:ext>
            </a:extLst>
          </p:cNvPr>
          <p:cNvSpPr/>
          <p:nvPr/>
        </p:nvSpPr>
        <p:spPr>
          <a:xfrm>
            <a:off x="4061057" y="983355"/>
            <a:ext cx="907910" cy="2851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3" name="Conector recto 2">
            <a:extLst>
              <a:ext uri="{FF2B5EF4-FFF2-40B4-BE49-F238E27FC236}">
                <a16:creationId xmlns:a16="http://schemas.microsoft.com/office/drawing/2014/main" id="{594F426E-E53D-1231-611A-10C0DE5C35B8}"/>
              </a:ext>
            </a:extLst>
          </p:cNvPr>
          <p:cNvCxnSpPr/>
          <p:nvPr/>
        </p:nvCxnSpPr>
        <p:spPr>
          <a:xfrm>
            <a:off x="4149865" y="550843"/>
            <a:ext cx="587388" cy="110638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pic>
        <p:nvPicPr>
          <p:cNvPr id="1160" name="Google Shape;1160;p78"/>
          <p:cNvPicPr preferRelativeResize="0"/>
          <p:nvPr/>
        </p:nvPicPr>
        <p:blipFill rotWithShape="1">
          <a:blip r:embed="rId3">
            <a:alphaModFix/>
          </a:blip>
          <a:srcRect r="33945"/>
          <a:stretch/>
        </p:blipFill>
        <p:spPr>
          <a:xfrm>
            <a:off x="-330748" y="2571750"/>
            <a:ext cx="2853900" cy="2883000"/>
          </a:xfrm>
          <a:prstGeom prst="ellipse">
            <a:avLst/>
          </a:prstGeom>
          <a:noFill/>
          <a:ln>
            <a:noFill/>
          </a:ln>
        </p:spPr>
      </p:pic>
      <p:sp>
        <p:nvSpPr>
          <p:cNvPr id="1159" name="Google Shape;1159;p78"/>
          <p:cNvSpPr txBox="1">
            <a:spLocks noGrp="1"/>
          </p:cNvSpPr>
          <p:nvPr>
            <p:ph type="subTitle" idx="1"/>
          </p:nvPr>
        </p:nvSpPr>
        <p:spPr>
          <a:xfrm flipH="1">
            <a:off x="1025622" y="1440503"/>
            <a:ext cx="6899175" cy="1556084"/>
          </a:xfrm>
          <a:prstGeom prst="rect">
            <a:avLst/>
          </a:prstGeom>
        </p:spPr>
        <p:txBody>
          <a:bodyPr spcFirstLastPara="1" wrap="square" lIns="91425" tIns="91425" rIns="91425" bIns="91425" anchor="b" anchorCtr="0">
            <a:noAutofit/>
          </a:bodyPr>
          <a:lstStyle/>
          <a:p>
            <a:pPr marL="0" lvl="0" indent="0" algn="just" rtl="0">
              <a:spcBef>
                <a:spcPts val="0"/>
              </a:spcBef>
              <a:spcAft>
                <a:spcPts val="0"/>
              </a:spcAft>
              <a:buNone/>
            </a:pPr>
            <a:r>
              <a:rPr lang="es-ES" sz="1400" dirty="0"/>
              <a:t>El experimento del "</a:t>
            </a:r>
            <a:r>
              <a:rPr lang="es-ES" sz="1400" dirty="0" err="1"/>
              <a:t>Marshmallow</a:t>
            </a:r>
            <a:r>
              <a:rPr lang="es-ES" sz="1400" dirty="0"/>
              <a:t> Test" de Walter Mischel examinaba la capacidad de los niños para demorar la gratificación. Se les daba una golosina en una habitación vacía y se les decía que, si esperaban 15 minutos sin comerla, recibirían una segunda golosina. Los resultados mostraron que los niños que podían esperar tendían a tener mejores resultados en varias áreas de su vida en estudios de seguimiento a largo plazo.</a:t>
            </a:r>
            <a:endParaRPr sz="1400" dirty="0"/>
          </a:p>
        </p:txBody>
      </p:sp>
      <p:sp>
        <p:nvSpPr>
          <p:cNvPr id="1162" name="Google Shape;1162;p78"/>
          <p:cNvSpPr txBox="1">
            <a:spLocks noGrp="1"/>
          </p:cNvSpPr>
          <p:nvPr>
            <p:ph type="ctrTitle" idx="4"/>
          </p:nvPr>
        </p:nvSpPr>
        <p:spPr>
          <a:xfrm>
            <a:off x="892275" y="242614"/>
            <a:ext cx="715635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Experimento de Walter Mischel</a:t>
            </a:r>
            <a:endParaRPr dirty="0"/>
          </a:p>
        </p:txBody>
      </p:sp>
      <p:sp>
        <p:nvSpPr>
          <p:cNvPr id="2" name="Google Shape;756;p56">
            <a:extLst>
              <a:ext uri="{FF2B5EF4-FFF2-40B4-BE49-F238E27FC236}">
                <a16:creationId xmlns:a16="http://schemas.microsoft.com/office/drawing/2014/main" id="{35258300-1AD7-4D72-6D92-0BE2E7E63DC3}"/>
              </a:ext>
            </a:extLst>
          </p:cNvPr>
          <p:cNvSpPr/>
          <p:nvPr/>
        </p:nvSpPr>
        <p:spPr>
          <a:xfrm>
            <a:off x="7655460" y="3625878"/>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761;p56">
            <a:hlinkClick r:id="rId4" action="ppaction://hlinksldjump"/>
            <a:extLst>
              <a:ext uri="{FF2B5EF4-FFF2-40B4-BE49-F238E27FC236}">
                <a16:creationId xmlns:a16="http://schemas.microsoft.com/office/drawing/2014/main" id="{6B42AB49-1A4E-5F9A-9A92-C15F5F4753FB}"/>
              </a:ext>
            </a:extLst>
          </p:cNvPr>
          <p:cNvSpPr txBox="1">
            <a:spLocks/>
          </p:cNvSpPr>
          <p:nvPr/>
        </p:nvSpPr>
        <p:spPr>
          <a:xfrm>
            <a:off x="7686644"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1"/>
        <p:cNvGrpSpPr/>
        <p:nvPr/>
      </p:nvGrpSpPr>
      <p:grpSpPr>
        <a:xfrm>
          <a:off x="0" y="0"/>
          <a:ext cx="0" cy="0"/>
          <a:chOff x="0" y="0"/>
          <a:chExt cx="0" cy="0"/>
        </a:xfrm>
      </p:grpSpPr>
      <p:sp>
        <p:nvSpPr>
          <p:cNvPr id="1752" name="Google Shape;1752;p102"/>
          <p:cNvSpPr txBox="1">
            <a:spLocks noGrp="1"/>
          </p:cNvSpPr>
          <p:nvPr>
            <p:ph type="subTitle" idx="1"/>
          </p:nvPr>
        </p:nvSpPr>
        <p:spPr>
          <a:xfrm flipH="1">
            <a:off x="1555536" y="105311"/>
            <a:ext cx="6032926" cy="256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¿Que dice la IA sobre</a:t>
            </a:r>
            <a:br>
              <a:rPr lang="en" sz="4000" dirty="0"/>
            </a:br>
            <a:r>
              <a:rPr lang="en" sz="4000" dirty="0"/>
              <a:t> el análisis?</a:t>
            </a:r>
            <a:endParaRPr sz="4000" dirty="0"/>
          </a:p>
        </p:txBody>
      </p:sp>
      <p:sp>
        <p:nvSpPr>
          <p:cNvPr id="3" name="CuadroTexto 2">
            <a:extLst>
              <a:ext uri="{FF2B5EF4-FFF2-40B4-BE49-F238E27FC236}">
                <a16:creationId xmlns:a16="http://schemas.microsoft.com/office/drawing/2014/main" id="{7FDE119A-B83E-23F6-79C6-C6BE9B01580A}"/>
              </a:ext>
            </a:extLst>
          </p:cNvPr>
          <p:cNvSpPr txBox="1"/>
          <p:nvPr/>
        </p:nvSpPr>
        <p:spPr>
          <a:xfrm>
            <a:off x="1444597" y="1950287"/>
            <a:ext cx="6542632" cy="2708434"/>
          </a:xfrm>
          <a:prstGeom prst="rect">
            <a:avLst/>
          </a:prstGeom>
          <a:noFill/>
        </p:spPr>
        <p:txBody>
          <a:bodyPr wrap="square">
            <a:spAutoFit/>
          </a:bodyPr>
          <a:lstStyle/>
          <a:p>
            <a:br>
              <a:rPr lang="es-ES" b="1" cap="all" dirty="0">
                <a:latin typeface="Nunito Sans" pitchFamily="2" charset="0"/>
              </a:rPr>
            </a:br>
            <a:r>
              <a:rPr lang="es-ES" b="1" cap="all" dirty="0">
                <a:latin typeface="Nunito Sans" pitchFamily="2" charset="0"/>
              </a:rPr>
              <a:t>Fortalezas</a:t>
            </a:r>
          </a:p>
          <a:p>
            <a:r>
              <a:rPr lang="es-ES" b="1" dirty="0">
                <a:latin typeface="Nunito Sans" pitchFamily="2" charset="0"/>
              </a:rPr>
              <a:t>Originalidad:</a:t>
            </a:r>
            <a:r>
              <a:rPr lang="es-ES" dirty="0">
                <a:latin typeface="Nunito Sans" pitchFamily="2" charset="0"/>
              </a:rPr>
              <a:t> Vínculo innovador entre economía conductual (CRT) y entorno temprano.</a:t>
            </a:r>
          </a:p>
          <a:p>
            <a:r>
              <a:rPr lang="es-ES" b="1" dirty="0">
                <a:latin typeface="Nunito Sans" pitchFamily="2" charset="0"/>
              </a:rPr>
              <a:t>Rigor Teórico:</a:t>
            </a:r>
            <a:r>
              <a:rPr lang="es-ES" dirty="0">
                <a:latin typeface="Nunito Sans" pitchFamily="2" charset="0"/>
              </a:rPr>
              <a:t> Sólida integración de los Sistemas de Kahneman y Mischel.</a:t>
            </a:r>
          </a:p>
          <a:p>
            <a:r>
              <a:rPr lang="es-ES" b="1" dirty="0">
                <a:latin typeface="Nunito Sans" pitchFamily="2" charset="0"/>
              </a:rPr>
              <a:t>Ética de Datos:</a:t>
            </a:r>
            <a:r>
              <a:rPr lang="es-ES" dirty="0">
                <a:latin typeface="Nunito Sans" pitchFamily="2" charset="0"/>
              </a:rPr>
              <a:t> Honestidad académica al analizar resultados que refutan la hipótesis.</a:t>
            </a:r>
          </a:p>
          <a:p>
            <a:br>
              <a:rPr lang="es-ES" b="1" cap="all" dirty="0">
                <a:latin typeface="Nunito Sans" pitchFamily="2" charset="0"/>
              </a:rPr>
            </a:br>
            <a:r>
              <a:rPr lang="es-ES" b="1" cap="all" dirty="0">
                <a:latin typeface="Nunito Sans" pitchFamily="2" charset="0"/>
              </a:rPr>
              <a:t>Áreas de Mejora</a:t>
            </a:r>
          </a:p>
          <a:p>
            <a:r>
              <a:rPr lang="es-ES" b="1" dirty="0">
                <a:latin typeface="Nunito Sans" pitchFamily="2" charset="0"/>
              </a:rPr>
              <a:t>Subjetividad:</a:t>
            </a:r>
            <a:r>
              <a:rPr lang="es-ES" dirty="0">
                <a:latin typeface="Nunito Sans" pitchFamily="2" charset="0"/>
              </a:rPr>
              <a:t> Sesgo potencial en recuerdos retrospectivos de la infancia.</a:t>
            </a:r>
          </a:p>
          <a:p>
            <a:r>
              <a:rPr lang="es-ES" b="1" dirty="0">
                <a:latin typeface="Nunito Sans" pitchFamily="2" charset="0"/>
              </a:rPr>
              <a:t>Análisis:</a:t>
            </a:r>
            <a:r>
              <a:rPr lang="es-ES" dirty="0">
                <a:latin typeface="Nunito Sans" pitchFamily="2" charset="0"/>
              </a:rPr>
              <a:t> Necesidad de pruebas de significancia para validar la causalidad.</a:t>
            </a:r>
          </a:p>
          <a:p>
            <a:endParaRPr lang="es-AR" sz="1600" dirty="0">
              <a:latin typeface="Nunito Sans" pitchFamily="2" charset="0"/>
            </a:endParaRPr>
          </a:p>
        </p:txBody>
      </p:sp>
      <p:sp>
        <p:nvSpPr>
          <p:cNvPr id="4" name="Google Shape;757;p56">
            <a:extLst>
              <a:ext uri="{FF2B5EF4-FFF2-40B4-BE49-F238E27FC236}">
                <a16:creationId xmlns:a16="http://schemas.microsoft.com/office/drawing/2014/main" id="{CD487335-6726-732B-C962-BB0218E5B902}"/>
              </a:ext>
            </a:extLst>
          </p:cNvPr>
          <p:cNvSpPr/>
          <p:nvPr/>
        </p:nvSpPr>
        <p:spPr>
          <a:xfrm>
            <a:off x="7588462" y="3638132"/>
            <a:ext cx="1861200" cy="1861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61;p56">
            <a:hlinkClick r:id="rId3" action="ppaction://hlinksldjump"/>
            <a:extLst>
              <a:ext uri="{FF2B5EF4-FFF2-40B4-BE49-F238E27FC236}">
                <a16:creationId xmlns:a16="http://schemas.microsoft.com/office/drawing/2014/main" id="{E0512A51-F9BC-94AB-BDAE-DDE551D80E16}"/>
              </a:ext>
            </a:extLst>
          </p:cNvPr>
          <p:cNvSpPr txBox="1">
            <a:spLocks/>
          </p:cNvSpPr>
          <p:nvPr/>
        </p:nvSpPr>
        <p:spPr>
          <a:xfrm>
            <a:off x="7686644"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ítulo 4">
            <a:extLst>
              <a:ext uri="{FF2B5EF4-FFF2-40B4-BE49-F238E27FC236}">
                <a16:creationId xmlns:a16="http://schemas.microsoft.com/office/drawing/2014/main" id="{24E85A5F-6491-1185-01CC-38C3124150C7}"/>
              </a:ext>
            </a:extLst>
          </p:cNvPr>
          <p:cNvSpPr>
            <a:spLocks noGrp="1"/>
          </p:cNvSpPr>
          <p:nvPr>
            <p:ph type="subTitle" idx="3"/>
          </p:nvPr>
        </p:nvSpPr>
        <p:spPr>
          <a:xfrm flipH="1">
            <a:off x="782196" y="1276291"/>
            <a:ext cx="7227065" cy="3075372"/>
          </a:xfrm>
        </p:spPr>
        <p:txBody>
          <a:bodyPr/>
          <a:lstStyle/>
          <a:p>
            <a:pPr algn="l"/>
            <a:r>
              <a:rPr lang="es-AR" sz="1400" dirty="0">
                <a:effectLst/>
                <a:latin typeface="Nunito Sans" pitchFamily="2" charset="0"/>
                <a:ea typeface="Aptos" panose="020B0004020202020204" pitchFamily="34" charset="0"/>
                <a:cs typeface="Times New Roman" panose="02020603050405020304" pitchFamily="18" charset="0"/>
              </a:rPr>
              <a:t>	</a:t>
            </a:r>
            <a:r>
              <a:rPr lang="es-ES" sz="1400" dirty="0"/>
              <a:t>Los hallazgos de la presente investigación revelan una correlación inversa respecto a la hipótesis inicial: un desempeño superior en el Test de Reflexión Cognitiva (CRT) se asocia con una percepción retrospectiva desfavorable del entorno infantil. Este fenómeno sugiere que los entornos menos protectores podrían fomentar el desarrollo de </a:t>
            </a:r>
            <a:r>
              <a:rPr lang="es-ES" sz="1400" b="1" dirty="0"/>
              <a:t>estrategias adaptativas de vigilancia cognitiva</a:t>
            </a:r>
            <a:r>
              <a:rPr lang="es-ES" sz="1400" dirty="0"/>
              <a:t>, donde el individuo aprende a desconfiar de la intuición inmediata (Sistema 1) en favor de un procesamiento analítico y deliberado (Sistema 2).</a:t>
            </a:r>
          </a:p>
          <a:p>
            <a:pPr algn="just"/>
            <a:r>
              <a:rPr lang="es-ES" sz="1400" dirty="0"/>
              <a:t>       Al integrar los postulados de Walter Mischel sobre la gratificación diferida, se observa que la capacidad de autorregulación —vinculada aquí a menores niveles de ansiedad percibida— es determinante para el éxito cognitivo. En este sentido, la submuestra de Chile, al presentar indicadores de ansiedad más reducidos, exhibe una mayor propensión al uso del Sistema 2, lo que explicaría su rendimiento comparativamente superior en la evaluación.</a:t>
            </a:r>
          </a:p>
          <a:p>
            <a:pPr algn="l"/>
            <a:endParaRPr lang="es-AR" sz="1400" dirty="0"/>
          </a:p>
        </p:txBody>
      </p:sp>
      <p:sp>
        <p:nvSpPr>
          <p:cNvPr id="6" name="Título 5">
            <a:extLst>
              <a:ext uri="{FF2B5EF4-FFF2-40B4-BE49-F238E27FC236}">
                <a16:creationId xmlns:a16="http://schemas.microsoft.com/office/drawing/2014/main" id="{C96C7BD2-80B7-4027-0035-34CBE8C98DCE}"/>
              </a:ext>
            </a:extLst>
          </p:cNvPr>
          <p:cNvSpPr>
            <a:spLocks noGrp="1"/>
          </p:cNvSpPr>
          <p:nvPr>
            <p:ph type="ctrTitle" idx="4"/>
          </p:nvPr>
        </p:nvSpPr>
        <p:spPr>
          <a:xfrm>
            <a:off x="1070589" y="280714"/>
            <a:ext cx="6768900" cy="946200"/>
          </a:xfrm>
        </p:spPr>
        <p:txBody>
          <a:bodyPr/>
          <a:lstStyle/>
          <a:p>
            <a:r>
              <a:rPr lang="es-AR" dirty="0"/>
              <a:t>CONCLUSIÓN</a:t>
            </a:r>
          </a:p>
        </p:txBody>
      </p:sp>
      <p:sp>
        <p:nvSpPr>
          <p:cNvPr id="7" name="Google Shape;754;p56">
            <a:extLst>
              <a:ext uri="{FF2B5EF4-FFF2-40B4-BE49-F238E27FC236}">
                <a16:creationId xmlns:a16="http://schemas.microsoft.com/office/drawing/2014/main" id="{18437D5D-D9D7-9C25-4DC5-79CAE813520E}"/>
              </a:ext>
            </a:extLst>
          </p:cNvPr>
          <p:cNvSpPr/>
          <p:nvPr/>
        </p:nvSpPr>
        <p:spPr>
          <a:xfrm>
            <a:off x="7808687" y="3826462"/>
            <a:ext cx="1861200" cy="1861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61;p56">
            <a:hlinkClick r:id="rId2" action="ppaction://hlinksldjump"/>
            <a:extLst>
              <a:ext uri="{FF2B5EF4-FFF2-40B4-BE49-F238E27FC236}">
                <a16:creationId xmlns:a16="http://schemas.microsoft.com/office/drawing/2014/main" id="{06D46F7D-88D4-6634-BB18-D3E8FBA4913D}"/>
              </a:ext>
            </a:extLst>
          </p:cNvPr>
          <p:cNvSpPr txBox="1">
            <a:spLocks/>
          </p:cNvSpPr>
          <p:nvPr/>
        </p:nvSpPr>
        <p:spPr>
          <a:xfrm>
            <a:off x="7686644"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07</a:t>
            </a:r>
          </a:p>
        </p:txBody>
      </p:sp>
    </p:spTree>
    <p:extLst>
      <p:ext uri="{BB962C8B-B14F-4D97-AF65-F5344CB8AC3E}">
        <p14:creationId xmlns:p14="http://schemas.microsoft.com/office/powerpoint/2010/main" val="2817511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8"/>
        <p:cNvGrpSpPr/>
        <p:nvPr/>
      </p:nvGrpSpPr>
      <p:grpSpPr>
        <a:xfrm>
          <a:off x="0" y="0"/>
          <a:ext cx="0" cy="0"/>
          <a:chOff x="0" y="0"/>
          <a:chExt cx="0" cy="0"/>
        </a:xfrm>
      </p:grpSpPr>
      <p:sp>
        <p:nvSpPr>
          <p:cNvPr id="2010" name="Google Shape;2010;p113"/>
          <p:cNvSpPr txBox="1">
            <a:spLocks noGrp="1"/>
          </p:cNvSpPr>
          <p:nvPr>
            <p:ph type="ctrTitle"/>
          </p:nvPr>
        </p:nvSpPr>
        <p:spPr>
          <a:xfrm flipH="1">
            <a:off x="2192250" y="-433825"/>
            <a:ext cx="4759500" cy="1887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2011" name="Google Shape;2011;p113"/>
          <p:cNvSpPr txBox="1">
            <a:spLocks noGrp="1"/>
          </p:cNvSpPr>
          <p:nvPr>
            <p:ph type="subTitle" idx="1"/>
          </p:nvPr>
        </p:nvSpPr>
        <p:spPr>
          <a:xfrm flipH="1">
            <a:off x="2753850" y="1922160"/>
            <a:ext cx="3636300" cy="157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Do you have any questions?</a:t>
            </a:r>
          </a:p>
          <a:p>
            <a:pPr marL="0" lvl="0" indent="0" algn="ctr" rtl="0">
              <a:spcBef>
                <a:spcPts val="0"/>
              </a:spcBef>
              <a:spcAft>
                <a:spcPts val="0"/>
              </a:spcAft>
              <a:buNone/>
            </a:pPr>
            <a:endParaRPr dirty="0"/>
          </a:p>
          <a:p>
            <a:pPr marL="0" lvl="0" indent="0" algn="ctr" rtl="0">
              <a:spcBef>
                <a:spcPts val="0"/>
              </a:spcBef>
              <a:spcAft>
                <a:spcPts val="0"/>
              </a:spcAft>
              <a:buNone/>
            </a:pPr>
            <a:endParaRPr lang="es-AR" sz="1400" i="1" dirty="0"/>
          </a:p>
          <a:p>
            <a:pPr marL="0" lvl="0" indent="0" algn="ctr" rtl="0">
              <a:spcBef>
                <a:spcPts val="0"/>
              </a:spcBef>
              <a:spcAft>
                <a:spcPts val="0"/>
              </a:spcAft>
              <a:buNone/>
            </a:pPr>
            <a:endParaRPr sz="1400" i="1" dirty="0"/>
          </a:p>
        </p:txBody>
      </p:sp>
      <p:sp>
        <p:nvSpPr>
          <p:cNvPr id="2" name="Rectángulo 1">
            <a:extLst>
              <a:ext uri="{FF2B5EF4-FFF2-40B4-BE49-F238E27FC236}">
                <a16:creationId xmlns:a16="http://schemas.microsoft.com/office/drawing/2014/main" id="{12B7AFCF-B29F-3DE6-F5DA-949A9EE20819}"/>
              </a:ext>
            </a:extLst>
          </p:cNvPr>
          <p:cNvSpPr/>
          <p:nvPr/>
        </p:nvSpPr>
        <p:spPr>
          <a:xfrm>
            <a:off x="-341523" y="3933022"/>
            <a:ext cx="9793995" cy="12104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s-AR" i="1" dirty="0"/>
              <a:t>camila.behar.l@gmail.com </a:t>
            </a:r>
          </a:p>
          <a:p>
            <a:pPr lvl="0" algn="ctr"/>
            <a:r>
              <a:rPr lang="es-AR" i="1" dirty="0"/>
              <a:t>+54 911 3679 3017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9"/>
        <p:cNvGrpSpPr/>
        <p:nvPr/>
      </p:nvGrpSpPr>
      <p:grpSpPr>
        <a:xfrm>
          <a:off x="0" y="0"/>
          <a:ext cx="0" cy="0"/>
          <a:chOff x="0" y="0"/>
          <a:chExt cx="0" cy="0"/>
        </a:xfrm>
      </p:grpSpPr>
      <p:sp>
        <p:nvSpPr>
          <p:cNvPr id="2470" name="Google Shape;2470;p119"/>
          <p:cNvSpPr txBox="1">
            <a:spLocks noGrp="1"/>
          </p:cNvSpPr>
          <p:nvPr>
            <p:ph type="body" idx="1"/>
          </p:nvPr>
        </p:nvSpPr>
        <p:spPr>
          <a:xfrm>
            <a:off x="586000" y="1328564"/>
            <a:ext cx="7867500" cy="3437400"/>
          </a:xfrm>
          <a:prstGeom prst="rect">
            <a:avLst/>
          </a:prstGeom>
        </p:spPr>
        <p:txBody>
          <a:bodyPr spcFirstLastPara="1" wrap="square" lIns="91425" tIns="91425" rIns="91425" bIns="91425" anchor="ctr" anchorCtr="0">
            <a:noAutofit/>
          </a:bodyPr>
          <a:lstStyle/>
          <a:p>
            <a:pPr marL="241300" lvl="0" indent="0" algn="l" rtl="0">
              <a:spcBef>
                <a:spcPts val="0"/>
              </a:spcBef>
              <a:spcAft>
                <a:spcPts val="0"/>
              </a:spcAft>
              <a:buNone/>
            </a:pPr>
            <a:endParaRPr sz="1400" dirty="0">
              <a:solidFill>
                <a:schemeClr val="accent1"/>
              </a:solidFill>
              <a:latin typeface="Nunito Sans" pitchFamily="2" charset="0"/>
              <a:ea typeface="Quicksand"/>
              <a:cs typeface="Quicksand"/>
              <a:sym typeface="Quicksand"/>
            </a:endParaRPr>
          </a:p>
          <a:p>
            <a:pPr marL="241300" lvl="0" indent="-203200" algn="l" rtl="0">
              <a:spcBef>
                <a:spcPts val="1000"/>
              </a:spcBef>
              <a:spcAft>
                <a:spcPts val="0"/>
              </a:spcAft>
              <a:buSzPts val="1200"/>
              <a:buChar char="●"/>
            </a:pPr>
            <a:r>
              <a:rPr lang="es-AR" sz="1400" dirty="0">
                <a:solidFill>
                  <a:schemeClr val="hlink"/>
                </a:solidFill>
                <a:uFill>
                  <a:noFill/>
                </a:uFill>
                <a:latin typeface="Nunito Sans" pitchFamily="2" charset="0"/>
                <a:hlinkClick r:id="rId3"/>
              </a:rPr>
              <a:t>Planilla Excel con respuestas (Drive)</a:t>
            </a:r>
          </a:p>
          <a:p>
            <a:pPr marL="241300" lvl="0" indent="-203200" algn="l" rtl="0">
              <a:spcBef>
                <a:spcPts val="1000"/>
              </a:spcBef>
              <a:spcAft>
                <a:spcPts val="0"/>
              </a:spcAft>
              <a:buSzPts val="1200"/>
              <a:buChar char="●"/>
            </a:pPr>
            <a:r>
              <a:rPr lang="es-AR" sz="1400" dirty="0">
                <a:solidFill>
                  <a:schemeClr val="hlink"/>
                </a:solidFill>
                <a:uFill>
                  <a:noFill/>
                </a:uFill>
                <a:latin typeface="Nunito Sans" pitchFamily="2" charset="0"/>
                <a:hlinkClick r:id="rId3"/>
              </a:rPr>
              <a:t>Planilla Excel con Análisis (Drive)</a:t>
            </a:r>
          </a:p>
          <a:p>
            <a:pPr marL="241300" lvl="0" indent="-203200" algn="l" rtl="0">
              <a:spcBef>
                <a:spcPts val="1000"/>
              </a:spcBef>
              <a:spcAft>
                <a:spcPts val="0"/>
              </a:spcAft>
              <a:buSzPts val="1200"/>
              <a:buChar char="●"/>
            </a:pPr>
            <a:r>
              <a:rPr lang="es-AR" sz="1400" dirty="0">
                <a:solidFill>
                  <a:schemeClr val="hlink"/>
                </a:solidFill>
                <a:uFill>
                  <a:noFill/>
                </a:uFill>
                <a:latin typeface="Nunito Sans" pitchFamily="2" charset="0"/>
                <a:hlinkClick r:id="rId3"/>
              </a:rPr>
              <a:t>Formulario utilizado (Drive)</a:t>
            </a:r>
          </a:p>
          <a:p>
            <a:pPr marL="241300" lvl="0" indent="-203200" algn="l" rtl="0">
              <a:spcBef>
                <a:spcPts val="1000"/>
              </a:spcBef>
              <a:spcAft>
                <a:spcPts val="0"/>
              </a:spcAft>
              <a:buSzPts val="1200"/>
              <a:buChar char="●"/>
            </a:pPr>
            <a:r>
              <a:rPr lang="es-AR" sz="1400" dirty="0">
                <a:solidFill>
                  <a:schemeClr val="hlink"/>
                </a:solidFill>
                <a:uFill>
                  <a:noFill/>
                </a:uFill>
                <a:latin typeface="Nunito Sans" pitchFamily="2" charset="0"/>
                <a:hlinkClick r:id="rId3"/>
              </a:rPr>
              <a:t>Informe Experimento (Drive)</a:t>
            </a:r>
          </a:p>
          <a:p>
            <a:pPr marL="241300" lvl="0" indent="-203200" algn="l" rtl="0">
              <a:spcBef>
                <a:spcPts val="1000"/>
              </a:spcBef>
              <a:spcAft>
                <a:spcPts val="0"/>
              </a:spcAft>
              <a:buSzPts val="1200"/>
              <a:buChar char="●"/>
            </a:pPr>
            <a:r>
              <a:rPr lang="es-AR" sz="1400" dirty="0">
                <a:solidFill>
                  <a:schemeClr val="hlink"/>
                </a:solidFill>
                <a:uFill>
                  <a:noFill/>
                </a:uFill>
                <a:latin typeface="Nunito Sans" pitchFamily="2" charset="0"/>
                <a:hlinkClick r:id="rId3"/>
              </a:rPr>
              <a:t>Presentación </a:t>
            </a:r>
            <a:r>
              <a:rPr lang="es-AR" sz="1400" dirty="0" err="1">
                <a:solidFill>
                  <a:schemeClr val="hlink"/>
                </a:solidFill>
                <a:uFill>
                  <a:noFill/>
                </a:uFill>
                <a:latin typeface="Nunito Sans" pitchFamily="2" charset="0"/>
                <a:hlinkClick r:id="rId3"/>
              </a:rPr>
              <a:t>Power</a:t>
            </a:r>
            <a:r>
              <a:rPr lang="es-AR" sz="1400" dirty="0">
                <a:solidFill>
                  <a:schemeClr val="hlink"/>
                </a:solidFill>
                <a:uFill>
                  <a:noFill/>
                </a:uFill>
                <a:latin typeface="Nunito Sans" pitchFamily="2" charset="0"/>
                <a:hlinkClick r:id="rId3"/>
              </a:rPr>
              <a:t> Point (Drive)</a:t>
            </a:r>
          </a:p>
          <a:p>
            <a:pPr marL="241300" lvl="0" indent="-203200" algn="l" rtl="0">
              <a:spcBef>
                <a:spcPts val="1000"/>
              </a:spcBef>
              <a:spcAft>
                <a:spcPts val="0"/>
              </a:spcAft>
              <a:buSzPts val="1200"/>
              <a:buChar char="●"/>
            </a:pPr>
            <a:r>
              <a:rPr lang="es-AR" sz="1400" dirty="0" err="1">
                <a:solidFill>
                  <a:schemeClr val="hlink"/>
                </a:solidFill>
                <a:uFill>
                  <a:noFill/>
                </a:uFill>
                <a:latin typeface="Nunito Sans" pitchFamily="2" charset="0"/>
                <a:hlinkClick r:id="rId3"/>
              </a:rPr>
              <a:t>LinkDrive</a:t>
            </a:r>
            <a:r>
              <a:rPr lang="es-AR" sz="1400" dirty="0">
                <a:solidFill>
                  <a:schemeClr val="hlink"/>
                </a:solidFill>
                <a:uFill>
                  <a:noFill/>
                </a:uFill>
                <a:latin typeface="Nunito Sans" pitchFamily="2" charset="0"/>
                <a:hlinkClick r:id="rId3"/>
              </a:rPr>
              <a:t>: https://drive.google.com/drive/folders/1pSRkoEDI7fAShOkXvJaYRcaR7MKko3zD</a:t>
            </a:r>
            <a:endParaRPr lang="es-AR" sz="1400" dirty="0">
              <a:solidFill>
                <a:schemeClr val="hlink"/>
              </a:solidFill>
              <a:uFill>
                <a:noFill/>
              </a:uFill>
              <a:latin typeface="Nunito Sans" pitchFamily="2" charset="0"/>
            </a:endParaRPr>
          </a:p>
          <a:p>
            <a:pPr marL="241300" lvl="0" indent="-203200" algn="l" rtl="0">
              <a:spcBef>
                <a:spcPts val="1000"/>
              </a:spcBef>
              <a:spcAft>
                <a:spcPts val="0"/>
              </a:spcAft>
              <a:buSzPts val="1200"/>
              <a:buChar char="●"/>
            </a:pPr>
            <a:r>
              <a:rPr lang="en-US" sz="1400" dirty="0">
                <a:latin typeface="Nunito Sans" pitchFamily="2" charset="0"/>
              </a:rPr>
              <a:t>Mischel, W., </a:t>
            </a:r>
            <a:r>
              <a:rPr lang="en-US" sz="1400" dirty="0" err="1">
                <a:latin typeface="Nunito Sans" pitchFamily="2" charset="0"/>
              </a:rPr>
              <a:t>Shoda</a:t>
            </a:r>
            <a:r>
              <a:rPr lang="en-US" sz="1400" dirty="0">
                <a:latin typeface="Nunito Sans" pitchFamily="2" charset="0"/>
              </a:rPr>
              <a:t>, Y., &amp; Rodriguez, M. L. (1989). Delay of gratification in children. Science, 244(4907), 933-938</a:t>
            </a:r>
          </a:p>
          <a:p>
            <a:pPr marL="241300" lvl="0" indent="-203200" algn="l" rtl="0">
              <a:spcBef>
                <a:spcPts val="1000"/>
              </a:spcBef>
              <a:spcAft>
                <a:spcPts val="0"/>
              </a:spcAft>
              <a:buSzPts val="1200"/>
              <a:buChar char="●"/>
            </a:pPr>
            <a:r>
              <a:rPr lang="en-US" sz="1400" dirty="0">
                <a:latin typeface="Nunito Sans" pitchFamily="2" charset="0"/>
              </a:rPr>
              <a:t>Kahneman, D. (2011). Thinking, fast and slow. Farrar, Straus and Giroux.</a:t>
            </a:r>
          </a:p>
          <a:p>
            <a:pPr marL="241300" lvl="0" indent="-203200" algn="l" rtl="0">
              <a:spcBef>
                <a:spcPts val="1000"/>
              </a:spcBef>
              <a:spcAft>
                <a:spcPts val="0"/>
              </a:spcAft>
              <a:buSzPts val="1200"/>
              <a:buChar char="●"/>
            </a:pPr>
            <a:r>
              <a:rPr lang="en-US" sz="1400" dirty="0">
                <a:latin typeface="Nunito Sans" pitchFamily="2" charset="0"/>
              </a:rPr>
              <a:t>Frederick, S. (2005). Cognitive reflection and decision making. Journal of Economic Perspectives, 19(4), 25-42</a:t>
            </a:r>
            <a:endParaRPr sz="1400" dirty="0">
              <a:latin typeface="Nunito Sans" pitchFamily="2" charset="0"/>
            </a:endParaRPr>
          </a:p>
        </p:txBody>
      </p:sp>
      <p:sp>
        <p:nvSpPr>
          <p:cNvPr id="2471" name="Google Shape;2471;p119"/>
          <p:cNvSpPr txBox="1">
            <a:spLocks noGrp="1"/>
          </p:cNvSpPr>
          <p:nvPr>
            <p:ph type="ctrTitle"/>
          </p:nvPr>
        </p:nvSpPr>
        <p:spPr>
          <a:xfrm>
            <a:off x="1187550" y="537025"/>
            <a:ext cx="67689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Enlaces y bibliografía</a:t>
            </a:r>
            <a:endParaRPr dirty="0"/>
          </a:p>
        </p:txBody>
      </p:sp>
      <p:sp>
        <p:nvSpPr>
          <p:cNvPr id="2" name="Google Shape;756;p56">
            <a:extLst>
              <a:ext uri="{FF2B5EF4-FFF2-40B4-BE49-F238E27FC236}">
                <a16:creationId xmlns:a16="http://schemas.microsoft.com/office/drawing/2014/main" id="{09127A41-D302-C6BD-E129-DB2A7D9E01ED}"/>
              </a:ext>
            </a:extLst>
          </p:cNvPr>
          <p:cNvSpPr/>
          <p:nvPr/>
        </p:nvSpPr>
        <p:spPr>
          <a:xfrm>
            <a:off x="7709884" y="3660276"/>
            <a:ext cx="1861200" cy="1861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761;p56">
            <a:hlinkClick r:id="rId4" action="ppaction://hlinksldjump"/>
            <a:extLst>
              <a:ext uri="{FF2B5EF4-FFF2-40B4-BE49-F238E27FC236}">
                <a16:creationId xmlns:a16="http://schemas.microsoft.com/office/drawing/2014/main" id="{A33729D2-CFD7-932C-FE19-94392FF8A7E0}"/>
              </a:ext>
            </a:extLst>
          </p:cNvPr>
          <p:cNvSpPr txBox="1">
            <a:spLocks/>
          </p:cNvSpPr>
          <p:nvPr/>
        </p:nvSpPr>
        <p:spPr>
          <a:xfrm>
            <a:off x="7686644" y="4207123"/>
            <a:ext cx="1753800" cy="577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000" b="1" dirty="0">
                <a:solidFill>
                  <a:schemeClr val="lt1"/>
                </a:solidFill>
                <a:latin typeface="Quicksand SemiBold" panose="020B0604020202020204" charset="0"/>
              </a:rPr>
              <a:t>08</a:t>
            </a:r>
          </a:p>
        </p:txBody>
      </p:sp>
    </p:spTree>
  </p:cSld>
  <p:clrMapOvr>
    <a:masterClrMapping/>
  </p:clrMapOvr>
</p:sld>
</file>

<file path=ppt/theme/theme1.xml><?xml version="1.0" encoding="utf-8"?>
<a:theme xmlns:a="http://schemas.openxmlformats.org/drawingml/2006/main" name="Early Childhood Center XL by Slidesgo">
  <a:themeElements>
    <a:clrScheme name="Simple Light">
      <a:dk1>
        <a:srgbClr val="33140B"/>
      </a:dk1>
      <a:lt1>
        <a:srgbClr val="FFFFFF"/>
      </a:lt1>
      <a:dk2>
        <a:srgbClr val="595959"/>
      </a:dk2>
      <a:lt2>
        <a:srgbClr val="EEEEEE"/>
      </a:lt2>
      <a:accent1>
        <a:srgbClr val="FFAF57"/>
      </a:accent1>
      <a:accent2>
        <a:srgbClr val="BCE98C"/>
      </a:accent2>
      <a:accent3>
        <a:srgbClr val="58E0F1"/>
      </a:accent3>
      <a:accent4>
        <a:srgbClr val="FFFFFF"/>
      </a:accent4>
      <a:accent5>
        <a:srgbClr val="F16FB1"/>
      </a:accent5>
      <a:accent6>
        <a:srgbClr val="E8493F"/>
      </a:accent6>
      <a:hlink>
        <a:srgbClr val="33140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1D97BE51FCD44695181B246BE42870" ma:contentTypeVersion="6" ma:contentTypeDescription="Crear nuevo documento." ma:contentTypeScope="" ma:versionID="1259e16304969c79545520c509d68351">
  <xsd:schema xmlns:xsd="http://www.w3.org/2001/XMLSchema" xmlns:xs="http://www.w3.org/2001/XMLSchema" xmlns:p="http://schemas.microsoft.com/office/2006/metadata/properties" xmlns:ns3="3f1ebf8d-ac8c-4a3c-9008-61c1b457a1e1" targetNamespace="http://schemas.microsoft.com/office/2006/metadata/properties" ma:root="true" ma:fieldsID="5ce1fbdbce6710ba0e12f8bf5e9ab1b5" ns3:_="">
    <xsd:import namespace="3f1ebf8d-ac8c-4a3c-9008-61c1b457a1e1"/>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1ebf8d-ac8c-4a3c-9008-61c1b457a1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f1ebf8d-ac8c-4a3c-9008-61c1b457a1e1" xsi:nil="true"/>
  </documentManagement>
</p:properties>
</file>

<file path=customXml/itemProps1.xml><?xml version="1.0" encoding="utf-8"?>
<ds:datastoreItem xmlns:ds="http://schemas.openxmlformats.org/officeDocument/2006/customXml" ds:itemID="{71D106D3-C11E-47F4-9BB2-CB7EF6E7B4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1ebf8d-ac8c-4a3c-9008-61c1b457a1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9C5ECE-FFC1-4A1C-97A4-00A7292F73BF}">
  <ds:schemaRefs>
    <ds:schemaRef ds:uri="http://schemas.microsoft.com/sharepoint/v3/contenttype/forms"/>
  </ds:schemaRefs>
</ds:datastoreItem>
</file>

<file path=customXml/itemProps3.xml><?xml version="1.0" encoding="utf-8"?>
<ds:datastoreItem xmlns:ds="http://schemas.openxmlformats.org/officeDocument/2006/customXml" ds:itemID="{107D68F8-0858-46C5-9988-6A748AE16C2C}">
  <ds:schemaRefs>
    <ds:schemaRef ds:uri="http://schemas.microsoft.com/office/infopath/2007/PartnerControls"/>
    <ds:schemaRef ds:uri="http://www.w3.org/XML/1998/namespace"/>
    <ds:schemaRef ds:uri="http://purl.org/dc/elements/1.1/"/>
    <ds:schemaRef ds:uri="http://schemas.microsoft.com/office/2006/documentManagement/types"/>
    <ds:schemaRef ds:uri="http://purl.org/dc/dcmitype/"/>
    <ds:schemaRef ds:uri="3f1ebf8d-ac8c-4a3c-9008-61c1b457a1e1"/>
    <ds:schemaRef ds:uri="http://schemas.openxmlformats.org/package/2006/metadata/core-propertie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2026</TotalTime>
  <Words>1136</Words>
  <Application>Microsoft Office PowerPoint</Application>
  <PresentationFormat>Presentación en pantalla (16:9)</PresentationFormat>
  <Paragraphs>205</Paragraphs>
  <Slides>18</Slides>
  <Notes>13</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18</vt:i4>
      </vt:variant>
    </vt:vector>
  </HeadingPairs>
  <TitlesOfParts>
    <vt:vector size="28" baseType="lpstr">
      <vt:lpstr>Roboto Condensed Light</vt:lpstr>
      <vt:lpstr>Quicksand</vt:lpstr>
      <vt:lpstr>Nunito Sans SemiBold</vt:lpstr>
      <vt:lpstr>Quicksand SemiBold</vt:lpstr>
      <vt:lpstr>Nunito</vt:lpstr>
      <vt:lpstr>Nunito Sans</vt:lpstr>
      <vt:lpstr>Arial</vt:lpstr>
      <vt:lpstr>Fira Sans Extra Condensed Medium</vt:lpstr>
      <vt:lpstr>Catamaran Light</vt:lpstr>
      <vt:lpstr>Early Childhood Center XL by Slidesgo</vt:lpstr>
      <vt:lpstr>Como condiciona el entorno  socioemocional infantil en el  rendimiento de  reflexión cognitiva  adulta</vt:lpstr>
      <vt:lpstr>CONTENIDOS</vt:lpstr>
      <vt:lpstr>CONTENIDOS</vt:lpstr>
      <vt:lpstr>RESUMEN</vt:lpstr>
      <vt:lpstr>TEST REFLEXIÓN COGNITIVA</vt:lpstr>
      <vt:lpstr>HIPÓTESIS</vt:lpstr>
      <vt:lpstr>MÉTODOS</vt:lpstr>
      <vt:lpstr>Presentación de PowerPoint</vt:lpstr>
      <vt:lpstr>ANÁLISIS</vt:lpstr>
      <vt:lpstr>Desglose Categoría “Infancia”</vt:lpstr>
      <vt:lpstr>Presentación de PowerPoint</vt:lpstr>
      <vt:lpstr>Desglose Categorías  según País</vt:lpstr>
      <vt:lpstr>SISTEMA 1              SISTEMA 2</vt:lpstr>
      <vt:lpstr>Experimento de Walter Mischel</vt:lpstr>
      <vt:lpstr>Presentación de PowerPoint</vt:lpstr>
      <vt:lpstr>CONCLUSIÓN</vt:lpstr>
      <vt:lpstr>Thanks!</vt:lpstr>
      <vt:lpstr>Enlaces y 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camil</dc:creator>
  <cp:lastModifiedBy>Camila Jose Behar Leon</cp:lastModifiedBy>
  <cp:revision>8</cp:revision>
  <dcterms:modified xsi:type="dcterms:W3CDTF">2026-05-24T16:55:41Z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0x010100CE1D97BE51FCD44695181B246BE42870</vt:lpwstr>
  </property>
</Properties>
</file>